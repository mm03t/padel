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olors1.xml" ContentType="application/vnd.ms-office.chartcolorstyle+xml"/>
  <Override PartName="/ppt/charts/colors2.xml" ContentType="application/vnd.ms-office.chartcolorstyle+xml"/>
  <Override PartName="/ppt/charts/style1.xml" ContentType="application/vnd.ms-office.chartstyle+xml"/>
  <Override PartName="/ppt/charts/style2.xml" ContentType="application/vnd.ms-office.chartstyl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2" r:id="rId15"/>
    <p:sldId id="271" r:id="rId16"/>
    <p:sldId id="273" r:id="rId17"/>
    <p:sldId id="274" r:id="rId18"/>
    <p:sldId id="275" r:id="rId19"/>
    <p:sldId id="276" r:id="rId20"/>
    <p:sldId id="277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83" autoAdjust="0"/>
    <p:restoredTop sz="94660"/>
  </p:normalViewPr>
  <p:slideViewPr>
    <p:cSldViewPr snapToGrid="0" showGuides="1">
      <p:cViewPr varScale="1">
        <p:scale>
          <a:sx n="119" d="100"/>
          <a:sy n="119" d="100"/>
        </p:scale>
        <p:origin x="25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<Relationship Id="rId3" Type="http://schemas.openxmlformats.org/officeDocument/2006/relationships/package" Target="../embeddings/Microsoft_Excel_Worksheet.xlsx"/></Relationships>
</file>

<file path=ppt/charts/_rels/chart2.xml.rels><?xml version='1.0' encoding='UTF-8' standalone='yes'?>
<Relationships xmlns="http://schemas.openxmlformats.org/package/2006/relationships"><Relationship Id="rId1" Type="http://schemas.microsoft.com/office/2011/relationships/chartStyle" Target="style2.xml"/><Relationship Id="rId2" Type="http://schemas.microsoft.com/office/2011/relationships/chartColorStyle" Target="colors2.xml"/><Relationship Id="rId3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Column1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tx2">
                        <a:lumMod val="75000"/>
                        <a:lumOff val="25000"/>
                      </a:schemeClr>
                    </a:solidFill>
                    <a:latin typeface="Be Vietnam Pro Light" pitchFamily="2" charset="77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Week 1</c:v>
                </c:pt>
                <c:pt idx="1">
                  <c:v>Week 2</c:v>
                </c:pt>
                <c:pt idx="2">
                  <c:v>Week 3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</c:v>
                </c:pt>
                <c:pt idx="1">
                  <c:v>2.5</c:v>
                </c:pt>
                <c:pt idx="2">
                  <c:v>3.5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211-4CDB-8097-A9DFEE1B511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Column2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tx2">
                        <a:lumMod val="75000"/>
                        <a:lumOff val="25000"/>
                      </a:schemeClr>
                    </a:solidFill>
                    <a:latin typeface="Be Vietnam Pro Light" pitchFamily="2" charset="77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Week 1</c:v>
                </c:pt>
                <c:pt idx="1">
                  <c:v>Week 2</c:v>
                </c:pt>
                <c:pt idx="2">
                  <c:v>Week 3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3</c:v>
                </c:pt>
                <c:pt idx="1">
                  <c:v>4.4000000000000004</c:v>
                </c:pt>
                <c:pt idx="2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211-4CDB-8097-A9DFEE1B511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17"/>
        <c:overlap val="-26"/>
        <c:axId val="928986496"/>
        <c:axId val="928985248"/>
      </c:barChart>
      <c:catAx>
        <c:axId val="92898649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2">
                    <a:lumMod val="75000"/>
                    <a:lumOff val="25000"/>
                  </a:schemeClr>
                </a:solidFill>
                <a:latin typeface="Be Vietnam Pro Light" pitchFamily="2" charset="77"/>
                <a:ea typeface="+mn-ea"/>
                <a:cs typeface="+mn-cs"/>
              </a:defRPr>
            </a:pPr>
            <a:endParaRPr lang="en-US"/>
          </a:p>
        </c:txPr>
        <c:crossAx val="928985248"/>
        <c:crosses val="autoZero"/>
        <c:auto val="1"/>
        <c:lblAlgn val="ctr"/>
        <c:lblOffset val="100"/>
        <c:noMultiLvlLbl val="0"/>
      </c:catAx>
      <c:valAx>
        <c:axId val="928985248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928986496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 rtl="0">
        <a:defRPr sz="900" b="0" i="0">
          <a:solidFill>
            <a:schemeClr val="tx2">
              <a:lumMod val="75000"/>
              <a:lumOff val="25000"/>
            </a:schemeClr>
          </a:solidFill>
          <a:latin typeface="Be Vietnam Pro Light" pitchFamily="2" charset="77"/>
        </a:defRPr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bg1">
                  <a:lumMod val="9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52D3-49BD-83ED-7A92CEC5A5EB}"/>
              </c:ext>
            </c:extLst>
          </c:dPt>
          <c:dPt>
            <c:idx val="1"/>
            <c:invertIfNegative val="0"/>
            <c:bubble3D val="0"/>
            <c:spPr>
              <a:solidFill>
                <a:schemeClr val="bg1">
                  <a:lumMod val="9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52D3-49BD-83ED-7A92CEC5A5EB}"/>
              </c:ext>
            </c:extLst>
          </c:dPt>
          <c:dPt>
            <c:idx val="2"/>
            <c:invertIfNegative val="0"/>
            <c:bubble3D val="0"/>
            <c:spPr>
              <a:solidFill>
                <a:schemeClr val="bg1">
                  <a:lumMod val="9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52D3-49BD-83ED-7A92CEC5A5EB}"/>
              </c:ext>
            </c:extLst>
          </c:dPt>
          <c:dPt>
            <c:idx val="3"/>
            <c:invertIfNegative val="0"/>
            <c:bubble3D val="0"/>
            <c:spPr>
              <a:solidFill>
                <a:schemeClr val="bg1">
                  <a:lumMod val="9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52D3-49BD-83ED-7A92CEC5A5EB}"/>
              </c:ext>
            </c:extLst>
          </c:dPt>
          <c:dPt>
            <c:idx val="6"/>
            <c:invertIfNegative val="0"/>
            <c:bubble3D val="0"/>
            <c:spPr>
              <a:solidFill>
                <a:schemeClr val="bg1">
                  <a:lumMod val="9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52D3-49BD-83ED-7A92CEC5A5EB}"/>
              </c:ext>
            </c:extLst>
          </c:dPt>
          <c:cat>
            <c:strRef>
              <c:f>Sheet1!$A$2:$A$8</c:f>
              <c:strCache>
                <c:ptCount val="7"/>
                <c:pt idx="0">
                  <c:v>Total 1</c:v>
                </c:pt>
                <c:pt idx="1">
                  <c:v>Total 2</c:v>
                </c:pt>
                <c:pt idx="2">
                  <c:v>Total 3</c:v>
                </c:pt>
                <c:pt idx="3">
                  <c:v>Total 4</c:v>
                </c:pt>
                <c:pt idx="4">
                  <c:v>Total 5</c:v>
                </c:pt>
                <c:pt idx="5">
                  <c:v>Total 6</c:v>
                </c:pt>
                <c:pt idx="6">
                  <c:v>Total 7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3</c:v>
                </c:pt>
                <c:pt idx="1">
                  <c:v>2.5</c:v>
                </c:pt>
                <c:pt idx="2">
                  <c:v>1</c:v>
                </c:pt>
                <c:pt idx="3">
                  <c:v>4</c:v>
                </c:pt>
                <c:pt idx="4">
                  <c:v>3</c:v>
                </c:pt>
                <c:pt idx="5">
                  <c:v>6</c:v>
                </c:pt>
                <c:pt idx="6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52D3-49BD-83ED-7A92CEC5A5E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-27"/>
        <c:axId val="1312612768"/>
        <c:axId val="1312626208"/>
      </c:barChart>
      <c:scatterChart>
        <c:scatterStyle val="smoothMarker"/>
        <c:varyColors val="0"/>
        <c:ser>
          <c:idx val="2"/>
          <c:order val="1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ln w="19050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noFill/>
              </a:ln>
              <a:effectLst/>
            </c:spPr>
          </c:marker>
          <c:xVal>
            <c:strRef>
              <c:f>Sheet1!$A$2:$A$8</c:f>
              <c:strCache>
                <c:ptCount val="7"/>
                <c:pt idx="0">
                  <c:v>Total 1</c:v>
                </c:pt>
                <c:pt idx="1">
                  <c:v>Total 2</c:v>
                </c:pt>
                <c:pt idx="2">
                  <c:v>Total 3</c:v>
                </c:pt>
                <c:pt idx="3">
                  <c:v>Total 4</c:v>
                </c:pt>
                <c:pt idx="4">
                  <c:v>Total 5</c:v>
                </c:pt>
                <c:pt idx="5">
                  <c:v>Total 6</c:v>
                </c:pt>
                <c:pt idx="6">
                  <c:v>Total 7</c:v>
                </c:pt>
              </c:strCache>
            </c:strRef>
          </c:xVal>
          <c:yVal>
            <c:numRef>
              <c:f>Sheet1!$D$2:$D$8</c:f>
              <c:numCache>
                <c:formatCode>General</c:formatCode>
                <c:ptCount val="7"/>
                <c:pt idx="0">
                  <c:v>2.5</c:v>
                </c:pt>
                <c:pt idx="1">
                  <c:v>2</c:v>
                </c:pt>
                <c:pt idx="2">
                  <c:v>0.5</c:v>
                </c:pt>
                <c:pt idx="3">
                  <c:v>3.5</c:v>
                </c:pt>
                <c:pt idx="4">
                  <c:v>2.5</c:v>
                </c:pt>
                <c:pt idx="5">
                  <c:v>5.5</c:v>
                </c:pt>
                <c:pt idx="6">
                  <c:v>4.5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B-52D3-49BD-83ED-7A92CEC5A5E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312612768"/>
        <c:axId val="1312626208"/>
      </c:scatterChart>
      <c:catAx>
        <c:axId val="13126127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12626208"/>
        <c:crosses val="autoZero"/>
        <c:auto val="1"/>
        <c:lblAlgn val="ctr"/>
        <c:lblOffset val="100"/>
        <c:noMultiLvlLbl val="0"/>
      </c:catAx>
      <c:valAx>
        <c:axId val="131262620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1261276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9531117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811081-6E97-46C8-FB48-0391F3EAE2E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 rtl="0">
              <a:defRPr/>
            </a:lvl1pPr>
          </a:lstStyle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77367565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: Shape 4">
            <a:extLst>
              <a:ext uri="{FF2B5EF4-FFF2-40B4-BE49-F238E27FC236}">
                <a16:creationId xmlns:a16="http://schemas.microsoft.com/office/drawing/2014/main" id="{4028E009-4035-374F-45CB-3B619C0B0C2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993266" y="3429000"/>
            <a:ext cx="7790747" cy="3024188"/>
          </a:xfrm>
          <a:custGeom>
            <a:avLst/>
            <a:gdLst>
              <a:gd name="connsiteX0" fmla="*/ 114556 w 7790747"/>
              <a:gd name="connsiteY0" fmla="*/ 0 h 3024188"/>
              <a:gd name="connsiteX1" fmla="*/ 7676191 w 7790747"/>
              <a:gd name="connsiteY1" fmla="*/ 0 h 3024188"/>
              <a:gd name="connsiteX2" fmla="*/ 7790747 w 7790747"/>
              <a:gd name="connsiteY2" fmla="*/ 114556 h 3024188"/>
              <a:gd name="connsiteX3" fmla="*/ 7790747 w 7790747"/>
              <a:gd name="connsiteY3" fmla="*/ 2909632 h 3024188"/>
              <a:gd name="connsiteX4" fmla="*/ 7676191 w 7790747"/>
              <a:gd name="connsiteY4" fmla="*/ 3024188 h 3024188"/>
              <a:gd name="connsiteX5" fmla="*/ 114556 w 7790747"/>
              <a:gd name="connsiteY5" fmla="*/ 3024188 h 3024188"/>
              <a:gd name="connsiteX6" fmla="*/ 0 w 7790747"/>
              <a:gd name="connsiteY6" fmla="*/ 2909632 h 3024188"/>
              <a:gd name="connsiteX7" fmla="*/ 0 w 7790747"/>
              <a:gd name="connsiteY7" fmla="*/ 114556 h 3024188"/>
              <a:gd name="connsiteX8" fmla="*/ 114556 w 7790747"/>
              <a:gd name="connsiteY8" fmla="*/ 0 h 3024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790747" h="3024188">
                <a:moveTo>
                  <a:pt x="114556" y="0"/>
                </a:moveTo>
                <a:lnTo>
                  <a:pt x="7676191" y="0"/>
                </a:lnTo>
                <a:cubicBezTo>
                  <a:pt x="7739459" y="0"/>
                  <a:pt x="7790747" y="51288"/>
                  <a:pt x="7790747" y="114556"/>
                </a:cubicBezTo>
                <a:lnTo>
                  <a:pt x="7790747" y="2909632"/>
                </a:lnTo>
                <a:cubicBezTo>
                  <a:pt x="7790747" y="2972900"/>
                  <a:pt x="7739459" y="3024188"/>
                  <a:pt x="7676191" y="3024188"/>
                </a:cubicBezTo>
                <a:lnTo>
                  <a:pt x="114556" y="3024188"/>
                </a:lnTo>
                <a:cubicBezTo>
                  <a:pt x="51288" y="3024188"/>
                  <a:pt x="0" y="2972900"/>
                  <a:pt x="0" y="2909632"/>
                </a:cubicBezTo>
                <a:lnTo>
                  <a:pt x="0" y="114556"/>
                </a:lnTo>
                <a:cubicBezTo>
                  <a:pt x="0" y="51288"/>
                  <a:pt x="51288" y="0"/>
                  <a:pt x="114556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703535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6CAA63CE-6E17-CD70-E57F-34257D777F5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129021" y="1053296"/>
            <a:ext cx="4654992" cy="5399891"/>
          </a:xfrm>
          <a:custGeom>
            <a:avLst/>
            <a:gdLst>
              <a:gd name="connsiteX0" fmla="*/ 83743 w 4654992"/>
              <a:gd name="connsiteY0" fmla="*/ 0 h 5399891"/>
              <a:gd name="connsiteX1" fmla="*/ 4571249 w 4654992"/>
              <a:gd name="connsiteY1" fmla="*/ 0 h 5399891"/>
              <a:gd name="connsiteX2" fmla="*/ 4654992 w 4654992"/>
              <a:gd name="connsiteY2" fmla="*/ 83743 h 5399891"/>
              <a:gd name="connsiteX3" fmla="*/ 4654992 w 4654992"/>
              <a:gd name="connsiteY3" fmla="*/ 5316148 h 5399891"/>
              <a:gd name="connsiteX4" fmla="*/ 4571249 w 4654992"/>
              <a:gd name="connsiteY4" fmla="*/ 5399891 h 5399891"/>
              <a:gd name="connsiteX5" fmla="*/ 83743 w 4654992"/>
              <a:gd name="connsiteY5" fmla="*/ 5399891 h 5399891"/>
              <a:gd name="connsiteX6" fmla="*/ 0 w 4654992"/>
              <a:gd name="connsiteY6" fmla="*/ 5316148 h 5399891"/>
              <a:gd name="connsiteX7" fmla="*/ 0 w 4654992"/>
              <a:gd name="connsiteY7" fmla="*/ 83743 h 5399891"/>
              <a:gd name="connsiteX8" fmla="*/ 83743 w 4654992"/>
              <a:gd name="connsiteY8" fmla="*/ 0 h 53998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654992" h="5399891">
                <a:moveTo>
                  <a:pt x="83743" y="0"/>
                </a:moveTo>
                <a:lnTo>
                  <a:pt x="4571249" y="0"/>
                </a:lnTo>
                <a:cubicBezTo>
                  <a:pt x="4617499" y="0"/>
                  <a:pt x="4654992" y="37493"/>
                  <a:pt x="4654992" y="83743"/>
                </a:cubicBezTo>
                <a:lnTo>
                  <a:pt x="4654992" y="5316148"/>
                </a:lnTo>
                <a:cubicBezTo>
                  <a:pt x="4654992" y="5362398"/>
                  <a:pt x="4617499" y="5399891"/>
                  <a:pt x="4571249" y="5399891"/>
                </a:cubicBezTo>
                <a:lnTo>
                  <a:pt x="83743" y="5399891"/>
                </a:lnTo>
                <a:cubicBezTo>
                  <a:pt x="37493" y="5399891"/>
                  <a:pt x="0" y="5362398"/>
                  <a:pt x="0" y="5316148"/>
                </a:cubicBezTo>
                <a:lnTo>
                  <a:pt x="0" y="83743"/>
                </a:lnTo>
                <a:cubicBezTo>
                  <a:pt x="0" y="37493"/>
                  <a:pt x="37493" y="0"/>
                  <a:pt x="83743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D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1FF86B16-4049-36D5-F4D4-A36CF1280E1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962135" y="4352080"/>
            <a:ext cx="3990393" cy="2101107"/>
          </a:xfrm>
          <a:custGeom>
            <a:avLst/>
            <a:gdLst>
              <a:gd name="connsiteX0" fmla="*/ 102744 w 3990393"/>
              <a:gd name="connsiteY0" fmla="*/ 0 h 2101107"/>
              <a:gd name="connsiteX1" fmla="*/ 3887649 w 3990393"/>
              <a:gd name="connsiteY1" fmla="*/ 0 h 2101107"/>
              <a:gd name="connsiteX2" fmla="*/ 3990393 w 3990393"/>
              <a:gd name="connsiteY2" fmla="*/ 102744 h 2101107"/>
              <a:gd name="connsiteX3" fmla="*/ 3990393 w 3990393"/>
              <a:gd name="connsiteY3" fmla="*/ 1998363 h 2101107"/>
              <a:gd name="connsiteX4" fmla="*/ 3887649 w 3990393"/>
              <a:gd name="connsiteY4" fmla="*/ 2101107 h 2101107"/>
              <a:gd name="connsiteX5" fmla="*/ 102744 w 3990393"/>
              <a:gd name="connsiteY5" fmla="*/ 2101107 h 2101107"/>
              <a:gd name="connsiteX6" fmla="*/ 0 w 3990393"/>
              <a:gd name="connsiteY6" fmla="*/ 1998363 h 2101107"/>
              <a:gd name="connsiteX7" fmla="*/ 0 w 3990393"/>
              <a:gd name="connsiteY7" fmla="*/ 102744 h 2101107"/>
              <a:gd name="connsiteX8" fmla="*/ 102744 w 3990393"/>
              <a:gd name="connsiteY8" fmla="*/ 0 h 21011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90393" h="2101107">
                <a:moveTo>
                  <a:pt x="102744" y="0"/>
                </a:moveTo>
                <a:lnTo>
                  <a:pt x="3887649" y="0"/>
                </a:lnTo>
                <a:cubicBezTo>
                  <a:pt x="3944393" y="0"/>
                  <a:pt x="3990393" y="46000"/>
                  <a:pt x="3990393" y="102744"/>
                </a:cubicBezTo>
                <a:lnTo>
                  <a:pt x="3990393" y="1998363"/>
                </a:lnTo>
                <a:cubicBezTo>
                  <a:pt x="3990393" y="2055107"/>
                  <a:pt x="3944393" y="2101107"/>
                  <a:pt x="3887649" y="2101107"/>
                </a:cubicBezTo>
                <a:lnTo>
                  <a:pt x="102744" y="2101107"/>
                </a:lnTo>
                <a:cubicBezTo>
                  <a:pt x="46000" y="2101107"/>
                  <a:pt x="0" y="2055107"/>
                  <a:pt x="0" y="1998363"/>
                </a:cubicBezTo>
                <a:lnTo>
                  <a:pt x="0" y="102744"/>
                </a:lnTo>
                <a:cubicBezTo>
                  <a:pt x="0" y="46000"/>
                  <a:pt x="46000" y="0"/>
                  <a:pt x="102744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44668075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: Shape 3">
            <a:extLst>
              <a:ext uri="{FF2B5EF4-FFF2-40B4-BE49-F238E27FC236}">
                <a16:creationId xmlns:a16="http://schemas.microsoft.com/office/drawing/2014/main" id="{FC10725E-81ED-8879-5533-FDCC6BB9C21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282466" y="404814"/>
            <a:ext cx="5501547" cy="6048374"/>
          </a:xfrm>
          <a:custGeom>
            <a:avLst/>
            <a:gdLst>
              <a:gd name="connsiteX0" fmla="*/ 98973 w 5501547"/>
              <a:gd name="connsiteY0" fmla="*/ 0 h 6048374"/>
              <a:gd name="connsiteX1" fmla="*/ 5402574 w 5501547"/>
              <a:gd name="connsiteY1" fmla="*/ 0 h 6048374"/>
              <a:gd name="connsiteX2" fmla="*/ 5501547 w 5501547"/>
              <a:gd name="connsiteY2" fmla="*/ 98973 h 6048374"/>
              <a:gd name="connsiteX3" fmla="*/ 5501547 w 5501547"/>
              <a:gd name="connsiteY3" fmla="*/ 5949401 h 6048374"/>
              <a:gd name="connsiteX4" fmla="*/ 5402574 w 5501547"/>
              <a:gd name="connsiteY4" fmla="*/ 6048374 h 6048374"/>
              <a:gd name="connsiteX5" fmla="*/ 98973 w 5501547"/>
              <a:gd name="connsiteY5" fmla="*/ 6048374 h 6048374"/>
              <a:gd name="connsiteX6" fmla="*/ 0 w 5501547"/>
              <a:gd name="connsiteY6" fmla="*/ 5949401 h 6048374"/>
              <a:gd name="connsiteX7" fmla="*/ 0 w 5501547"/>
              <a:gd name="connsiteY7" fmla="*/ 98973 h 6048374"/>
              <a:gd name="connsiteX8" fmla="*/ 98973 w 5501547"/>
              <a:gd name="connsiteY8" fmla="*/ 0 h 60483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501547" h="6048374">
                <a:moveTo>
                  <a:pt x="98973" y="0"/>
                </a:moveTo>
                <a:lnTo>
                  <a:pt x="5402574" y="0"/>
                </a:lnTo>
                <a:cubicBezTo>
                  <a:pt x="5457235" y="0"/>
                  <a:pt x="5501547" y="44312"/>
                  <a:pt x="5501547" y="98973"/>
                </a:cubicBezTo>
                <a:lnTo>
                  <a:pt x="5501547" y="5949401"/>
                </a:lnTo>
                <a:cubicBezTo>
                  <a:pt x="5501547" y="6004062"/>
                  <a:pt x="5457235" y="6048374"/>
                  <a:pt x="5402574" y="6048374"/>
                </a:cubicBezTo>
                <a:lnTo>
                  <a:pt x="98973" y="6048374"/>
                </a:lnTo>
                <a:cubicBezTo>
                  <a:pt x="44312" y="6048374"/>
                  <a:pt x="0" y="6004062"/>
                  <a:pt x="0" y="5949401"/>
                </a:cubicBezTo>
                <a:lnTo>
                  <a:pt x="0" y="98973"/>
                </a:lnTo>
                <a:cubicBezTo>
                  <a:pt x="0" y="44312"/>
                  <a:pt x="44312" y="0"/>
                  <a:pt x="98973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79910230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69B4F37-191E-B5DD-DB60-66989ED6CDA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924534" y="404813"/>
            <a:ext cx="4654992" cy="6048375"/>
          </a:xfrm>
          <a:custGeom>
            <a:avLst/>
            <a:gdLst>
              <a:gd name="connsiteX0" fmla="*/ 54405 w 4654992"/>
              <a:gd name="connsiteY0" fmla="*/ 3024187 h 6048375"/>
              <a:gd name="connsiteX1" fmla="*/ 4600587 w 4654992"/>
              <a:gd name="connsiteY1" fmla="*/ 3024187 h 6048375"/>
              <a:gd name="connsiteX2" fmla="*/ 4654992 w 4654992"/>
              <a:gd name="connsiteY2" fmla="*/ 3078592 h 6048375"/>
              <a:gd name="connsiteX3" fmla="*/ 4654992 w 4654992"/>
              <a:gd name="connsiteY3" fmla="*/ 5993970 h 6048375"/>
              <a:gd name="connsiteX4" fmla="*/ 4600587 w 4654992"/>
              <a:gd name="connsiteY4" fmla="*/ 6048375 h 6048375"/>
              <a:gd name="connsiteX5" fmla="*/ 54405 w 4654992"/>
              <a:gd name="connsiteY5" fmla="*/ 6048375 h 6048375"/>
              <a:gd name="connsiteX6" fmla="*/ 0 w 4654992"/>
              <a:gd name="connsiteY6" fmla="*/ 5993970 h 6048375"/>
              <a:gd name="connsiteX7" fmla="*/ 0 w 4654992"/>
              <a:gd name="connsiteY7" fmla="*/ 3078592 h 6048375"/>
              <a:gd name="connsiteX8" fmla="*/ 54405 w 4654992"/>
              <a:gd name="connsiteY8" fmla="*/ 3024187 h 6048375"/>
              <a:gd name="connsiteX9" fmla="*/ 37237 w 4654992"/>
              <a:gd name="connsiteY9" fmla="*/ 1407416 h 6048375"/>
              <a:gd name="connsiteX10" fmla="*/ 4617755 w 4654992"/>
              <a:gd name="connsiteY10" fmla="*/ 1407416 h 6048375"/>
              <a:gd name="connsiteX11" fmla="*/ 4654992 w 4654992"/>
              <a:gd name="connsiteY11" fmla="*/ 1444653 h 6048375"/>
              <a:gd name="connsiteX12" fmla="*/ 4654992 w 4654992"/>
              <a:gd name="connsiteY12" fmla="*/ 2875301 h 6048375"/>
              <a:gd name="connsiteX13" fmla="*/ 4617755 w 4654992"/>
              <a:gd name="connsiteY13" fmla="*/ 2912538 h 6048375"/>
              <a:gd name="connsiteX14" fmla="*/ 37237 w 4654992"/>
              <a:gd name="connsiteY14" fmla="*/ 2912538 h 6048375"/>
              <a:gd name="connsiteX15" fmla="*/ 0 w 4654992"/>
              <a:gd name="connsiteY15" fmla="*/ 2875301 h 6048375"/>
              <a:gd name="connsiteX16" fmla="*/ 0 w 4654992"/>
              <a:gd name="connsiteY16" fmla="*/ 1444653 h 6048375"/>
              <a:gd name="connsiteX17" fmla="*/ 37237 w 4654992"/>
              <a:gd name="connsiteY17" fmla="*/ 1407416 h 6048375"/>
              <a:gd name="connsiteX18" fmla="*/ 43846 w 4654992"/>
              <a:gd name="connsiteY18" fmla="*/ 552618 h 6048375"/>
              <a:gd name="connsiteX19" fmla="*/ 4611146 w 4654992"/>
              <a:gd name="connsiteY19" fmla="*/ 552618 h 6048375"/>
              <a:gd name="connsiteX20" fmla="*/ 4654992 w 4654992"/>
              <a:gd name="connsiteY20" fmla="*/ 596464 h 6048375"/>
              <a:gd name="connsiteX21" fmla="*/ 4654992 w 4654992"/>
              <a:gd name="connsiteY21" fmla="*/ 1251920 h 6048375"/>
              <a:gd name="connsiteX22" fmla="*/ 4611146 w 4654992"/>
              <a:gd name="connsiteY22" fmla="*/ 1295766 h 6048375"/>
              <a:gd name="connsiteX23" fmla="*/ 43846 w 4654992"/>
              <a:gd name="connsiteY23" fmla="*/ 1295766 h 6048375"/>
              <a:gd name="connsiteX24" fmla="*/ 0 w 4654992"/>
              <a:gd name="connsiteY24" fmla="*/ 1251920 h 6048375"/>
              <a:gd name="connsiteX25" fmla="*/ 0 w 4654992"/>
              <a:gd name="connsiteY25" fmla="*/ 596464 h 6048375"/>
              <a:gd name="connsiteX26" fmla="*/ 43846 w 4654992"/>
              <a:gd name="connsiteY26" fmla="*/ 552618 h 6048375"/>
              <a:gd name="connsiteX27" fmla="*/ 58733 w 4654992"/>
              <a:gd name="connsiteY27" fmla="*/ 0 h 6048375"/>
              <a:gd name="connsiteX28" fmla="*/ 4596259 w 4654992"/>
              <a:gd name="connsiteY28" fmla="*/ 0 h 6048375"/>
              <a:gd name="connsiteX29" fmla="*/ 4654992 w 4654992"/>
              <a:gd name="connsiteY29" fmla="*/ 58733 h 6048375"/>
              <a:gd name="connsiteX30" fmla="*/ 4654992 w 4654992"/>
              <a:gd name="connsiteY30" fmla="*/ 382235 h 6048375"/>
              <a:gd name="connsiteX31" fmla="*/ 4596259 w 4654992"/>
              <a:gd name="connsiteY31" fmla="*/ 440968 h 6048375"/>
              <a:gd name="connsiteX32" fmla="*/ 58733 w 4654992"/>
              <a:gd name="connsiteY32" fmla="*/ 440968 h 6048375"/>
              <a:gd name="connsiteX33" fmla="*/ 0 w 4654992"/>
              <a:gd name="connsiteY33" fmla="*/ 382235 h 6048375"/>
              <a:gd name="connsiteX34" fmla="*/ 0 w 4654992"/>
              <a:gd name="connsiteY34" fmla="*/ 58733 h 6048375"/>
              <a:gd name="connsiteX35" fmla="*/ 58733 w 4654992"/>
              <a:gd name="connsiteY35" fmla="*/ 0 h 60483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4654992" h="6048375">
                <a:moveTo>
                  <a:pt x="54405" y="3024187"/>
                </a:moveTo>
                <a:lnTo>
                  <a:pt x="4600587" y="3024187"/>
                </a:lnTo>
                <a:cubicBezTo>
                  <a:pt x="4630634" y="3024187"/>
                  <a:pt x="4654992" y="3048545"/>
                  <a:pt x="4654992" y="3078592"/>
                </a:cubicBezTo>
                <a:lnTo>
                  <a:pt x="4654992" y="5993970"/>
                </a:lnTo>
                <a:cubicBezTo>
                  <a:pt x="4654992" y="6024017"/>
                  <a:pt x="4630634" y="6048375"/>
                  <a:pt x="4600587" y="6048375"/>
                </a:cubicBezTo>
                <a:lnTo>
                  <a:pt x="54405" y="6048375"/>
                </a:lnTo>
                <a:cubicBezTo>
                  <a:pt x="24358" y="6048375"/>
                  <a:pt x="0" y="6024017"/>
                  <a:pt x="0" y="5993970"/>
                </a:cubicBezTo>
                <a:lnTo>
                  <a:pt x="0" y="3078592"/>
                </a:lnTo>
                <a:cubicBezTo>
                  <a:pt x="0" y="3048545"/>
                  <a:pt x="24358" y="3024187"/>
                  <a:pt x="54405" y="3024187"/>
                </a:cubicBezTo>
                <a:close/>
                <a:moveTo>
                  <a:pt x="37237" y="1407416"/>
                </a:moveTo>
                <a:lnTo>
                  <a:pt x="4617755" y="1407416"/>
                </a:lnTo>
                <a:cubicBezTo>
                  <a:pt x="4638320" y="1407416"/>
                  <a:pt x="4654992" y="1424088"/>
                  <a:pt x="4654992" y="1444653"/>
                </a:cubicBezTo>
                <a:lnTo>
                  <a:pt x="4654992" y="2875301"/>
                </a:lnTo>
                <a:cubicBezTo>
                  <a:pt x="4654992" y="2895866"/>
                  <a:pt x="4638320" y="2912538"/>
                  <a:pt x="4617755" y="2912538"/>
                </a:cubicBezTo>
                <a:lnTo>
                  <a:pt x="37237" y="2912538"/>
                </a:lnTo>
                <a:cubicBezTo>
                  <a:pt x="16672" y="2912538"/>
                  <a:pt x="0" y="2895866"/>
                  <a:pt x="0" y="2875301"/>
                </a:cubicBezTo>
                <a:lnTo>
                  <a:pt x="0" y="1444653"/>
                </a:lnTo>
                <a:cubicBezTo>
                  <a:pt x="0" y="1424088"/>
                  <a:pt x="16672" y="1407416"/>
                  <a:pt x="37237" y="1407416"/>
                </a:cubicBezTo>
                <a:close/>
                <a:moveTo>
                  <a:pt x="43846" y="552618"/>
                </a:moveTo>
                <a:lnTo>
                  <a:pt x="4611146" y="552618"/>
                </a:lnTo>
                <a:cubicBezTo>
                  <a:pt x="4635361" y="552618"/>
                  <a:pt x="4654992" y="572249"/>
                  <a:pt x="4654992" y="596464"/>
                </a:cubicBezTo>
                <a:lnTo>
                  <a:pt x="4654992" y="1251920"/>
                </a:lnTo>
                <a:cubicBezTo>
                  <a:pt x="4654992" y="1276135"/>
                  <a:pt x="4635361" y="1295766"/>
                  <a:pt x="4611146" y="1295766"/>
                </a:cubicBezTo>
                <a:lnTo>
                  <a:pt x="43846" y="1295766"/>
                </a:lnTo>
                <a:cubicBezTo>
                  <a:pt x="19631" y="1295766"/>
                  <a:pt x="0" y="1276135"/>
                  <a:pt x="0" y="1251920"/>
                </a:cubicBezTo>
                <a:lnTo>
                  <a:pt x="0" y="596464"/>
                </a:lnTo>
                <a:cubicBezTo>
                  <a:pt x="0" y="572249"/>
                  <a:pt x="19631" y="552618"/>
                  <a:pt x="43846" y="552618"/>
                </a:cubicBezTo>
                <a:close/>
                <a:moveTo>
                  <a:pt x="58733" y="0"/>
                </a:moveTo>
                <a:lnTo>
                  <a:pt x="4596259" y="0"/>
                </a:lnTo>
                <a:cubicBezTo>
                  <a:pt x="4628696" y="0"/>
                  <a:pt x="4654992" y="26296"/>
                  <a:pt x="4654992" y="58733"/>
                </a:cubicBezTo>
                <a:lnTo>
                  <a:pt x="4654992" y="382235"/>
                </a:lnTo>
                <a:cubicBezTo>
                  <a:pt x="4654992" y="414672"/>
                  <a:pt x="4628696" y="440968"/>
                  <a:pt x="4596259" y="440968"/>
                </a:cubicBezTo>
                <a:lnTo>
                  <a:pt x="58733" y="440968"/>
                </a:lnTo>
                <a:cubicBezTo>
                  <a:pt x="26296" y="440968"/>
                  <a:pt x="0" y="414672"/>
                  <a:pt x="0" y="382235"/>
                </a:cubicBezTo>
                <a:lnTo>
                  <a:pt x="0" y="58733"/>
                </a:lnTo>
                <a:cubicBezTo>
                  <a:pt x="0" y="26296"/>
                  <a:pt x="26296" y="0"/>
                  <a:pt x="58733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57271618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: Shape 3">
            <a:extLst>
              <a:ext uri="{FF2B5EF4-FFF2-40B4-BE49-F238E27FC236}">
                <a16:creationId xmlns:a16="http://schemas.microsoft.com/office/drawing/2014/main" id="{1F0587C5-98F2-6EBF-C008-37C61BE1179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47198" y="1053296"/>
            <a:ext cx="4306767" cy="5399891"/>
          </a:xfrm>
          <a:custGeom>
            <a:avLst/>
            <a:gdLst>
              <a:gd name="connsiteX0" fmla="*/ 77479 w 4306767"/>
              <a:gd name="connsiteY0" fmla="*/ 0 h 5399891"/>
              <a:gd name="connsiteX1" fmla="*/ 4229288 w 4306767"/>
              <a:gd name="connsiteY1" fmla="*/ 0 h 5399891"/>
              <a:gd name="connsiteX2" fmla="*/ 4306767 w 4306767"/>
              <a:gd name="connsiteY2" fmla="*/ 77479 h 5399891"/>
              <a:gd name="connsiteX3" fmla="*/ 4306767 w 4306767"/>
              <a:gd name="connsiteY3" fmla="*/ 5322412 h 5399891"/>
              <a:gd name="connsiteX4" fmla="*/ 4229288 w 4306767"/>
              <a:gd name="connsiteY4" fmla="*/ 5399891 h 5399891"/>
              <a:gd name="connsiteX5" fmla="*/ 77479 w 4306767"/>
              <a:gd name="connsiteY5" fmla="*/ 5399891 h 5399891"/>
              <a:gd name="connsiteX6" fmla="*/ 0 w 4306767"/>
              <a:gd name="connsiteY6" fmla="*/ 5322412 h 5399891"/>
              <a:gd name="connsiteX7" fmla="*/ 0 w 4306767"/>
              <a:gd name="connsiteY7" fmla="*/ 77479 h 5399891"/>
              <a:gd name="connsiteX8" fmla="*/ 77479 w 4306767"/>
              <a:gd name="connsiteY8" fmla="*/ 0 h 53998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306767" h="5399891">
                <a:moveTo>
                  <a:pt x="77479" y="0"/>
                </a:moveTo>
                <a:lnTo>
                  <a:pt x="4229288" y="0"/>
                </a:lnTo>
                <a:cubicBezTo>
                  <a:pt x="4272078" y="0"/>
                  <a:pt x="4306767" y="34689"/>
                  <a:pt x="4306767" y="77479"/>
                </a:cubicBezTo>
                <a:lnTo>
                  <a:pt x="4306767" y="5322412"/>
                </a:lnTo>
                <a:cubicBezTo>
                  <a:pt x="4306767" y="5365202"/>
                  <a:pt x="4272078" y="5399891"/>
                  <a:pt x="4229288" y="5399891"/>
                </a:cubicBezTo>
                <a:lnTo>
                  <a:pt x="77479" y="5399891"/>
                </a:lnTo>
                <a:cubicBezTo>
                  <a:pt x="34689" y="5399891"/>
                  <a:pt x="0" y="5365202"/>
                  <a:pt x="0" y="5322412"/>
                </a:cubicBezTo>
                <a:lnTo>
                  <a:pt x="0" y="77479"/>
                </a:lnTo>
                <a:cubicBezTo>
                  <a:pt x="0" y="34689"/>
                  <a:pt x="34689" y="0"/>
                  <a:pt x="77479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92420827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: Shape 3">
            <a:extLst>
              <a:ext uri="{FF2B5EF4-FFF2-40B4-BE49-F238E27FC236}">
                <a16:creationId xmlns:a16="http://schemas.microsoft.com/office/drawing/2014/main" id="{18FBFF23-96B8-642B-7792-D1478F55CDD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534298" y="1053296"/>
            <a:ext cx="3768166" cy="5399891"/>
          </a:xfrm>
          <a:custGeom>
            <a:avLst/>
            <a:gdLst>
              <a:gd name="connsiteX0" fmla="*/ 67789 w 3768166"/>
              <a:gd name="connsiteY0" fmla="*/ 0 h 5399891"/>
              <a:gd name="connsiteX1" fmla="*/ 3700377 w 3768166"/>
              <a:gd name="connsiteY1" fmla="*/ 0 h 5399891"/>
              <a:gd name="connsiteX2" fmla="*/ 3768166 w 3768166"/>
              <a:gd name="connsiteY2" fmla="*/ 67789 h 5399891"/>
              <a:gd name="connsiteX3" fmla="*/ 3768166 w 3768166"/>
              <a:gd name="connsiteY3" fmla="*/ 5332102 h 5399891"/>
              <a:gd name="connsiteX4" fmla="*/ 3700377 w 3768166"/>
              <a:gd name="connsiteY4" fmla="*/ 5399891 h 5399891"/>
              <a:gd name="connsiteX5" fmla="*/ 67789 w 3768166"/>
              <a:gd name="connsiteY5" fmla="*/ 5399891 h 5399891"/>
              <a:gd name="connsiteX6" fmla="*/ 0 w 3768166"/>
              <a:gd name="connsiteY6" fmla="*/ 5332102 h 5399891"/>
              <a:gd name="connsiteX7" fmla="*/ 0 w 3768166"/>
              <a:gd name="connsiteY7" fmla="*/ 67789 h 5399891"/>
              <a:gd name="connsiteX8" fmla="*/ 67789 w 3768166"/>
              <a:gd name="connsiteY8" fmla="*/ 0 h 53998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768166" h="5399891">
                <a:moveTo>
                  <a:pt x="67789" y="0"/>
                </a:moveTo>
                <a:lnTo>
                  <a:pt x="3700377" y="0"/>
                </a:lnTo>
                <a:cubicBezTo>
                  <a:pt x="3737816" y="0"/>
                  <a:pt x="3768166" y="30350"/>
                  <a:pt x="3768166" y="67789"/>
                </a:cubicBezTo>
                <a:lnTo>
                  <a:pt x="3768166" y="5332102"/>
                </a:lnTo>
                <a:cubicBezTo>
                  <a:pt x="3768166" y="5369541"/>
                  <a:pt x="3737816" y="5399891"/>
                  <a:pt x="3700377" y="5399891"/>
                </a:cubicBezTo>
                <a:lnTo>
                  <a:pt x="67789" y="5399891"/>
                </a:lnTo>
                <a:cubicBezTo>
                  <a:pt x="30350" y="5399891"/>
                  <a:pt x="0" y="5369541"/>
                  <a:pt x="0" y="5332102"/>
                </a:cubicBezTo>
                <a:lnTo>
                  <a:pt x="0" y="67789"/>
                </a:lnTo>
                <a:cubicBezTo>
                  <a:pt x="0" y="30350"/>
                  <a:pt x="30350" y="0"/>
                  <a:pt x="67789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D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28D2682E-F42B-5676-08C8-F99AD9CFB75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345628" y="1053296"/>
            <a:ext cx="2517289" cy="5399891"/>
          </a:xfrm>
          <a:custGeom>
            <a:avLst/>
            <a:gdLst>
              <a:gd name="connsiteX0" fmla="*/ 45286 w 2517289"/>
              <a:gd name="connsiteY0" fmla="*/ 0 h 5399891"/>
              <a:gd name="connsiteX1" fmla="*/ 2472003 w 2517289"/>
              <a:gd name="connsiteY1" fmla="*/ 0 h 5399891"/>
              <a:gd name="connsiteX2" fmla="*/ 2517289 w 2517289"/>
              <a:gd name="connsiteY2" fmla="*/ 45286 h 5399891"/>
              <a:gd name="connsiteX3" fmla="*/ 2517289 w 2517289"/>
              <a:gd name="connsiteY3" fmla="*/ 5354605 h 5399891"/>
              <a:gd name="connsiteX4" fmla="*/ 2472003 w 2517289"/>
              <a:gd name="connsiteY4" fmla="*/ 5399891 h 5399891"/>
              <a:gd name="connsiteX5" fmla="*/ 45286 w 2517289"/>
              <a:gd name="connsiteY5" fmla="*/ 5399891 h 5399891"/>
              <a:gd name="connsiteX6" fmla="*/ 0 w 2517289"/>
              <a:gd name="connsiteY6" fmla="*/ 5354605 h 5399891"/>
              <a:gd name="connsiteX7" fmla="*/ 0 w 2517289"/>
              <a:gd name="connsiteY7" fmla="*/ 45286 h 5399891"/>
              <a:gd name="connsiteX8" fmla="*/ 45286 w 2517289"/>
              <a:gd name="connsiteY8" fmla="*/ 0 h 53998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517289" h="5399891">
                <a:moveTo>
                  <a:pt x="45286" y="0"/>
                </a:moveTo>
                <a:lnTo>
                  <a:pt x="2472003" y="0"/>
                </a:lnTo>
                <a:cubicBezTo>
                  <a:pt x="2497014" y="0"/>
                  <a:pt x="2517289" y="20275"/>
                  <a:pt x="2517289" y="45286"/>
                </a:cubicBezTo>
                <a:lnTo>
                  <a:pt x="2517289" y="5354605"/>
                </a:lnTo>
                <a:cubicBezTo>
                  <a:pt x="2517289" y="5379616"/>
                  <a:pt x="2497014" y="5399891"/>
                  <a:pt x="2472003" y="5399891"/>
                </a:cubicBezTo>
                <a:lnTo>
                  <a:pt x="45286" y="5399891"/>
                </a:lnTo>
                <a:cubicBezTo>
                  <a:pt x="20275" y="5399891"/>
                  <a:pt x="0" y="5379616"/>
                  <a:pt x="0" y="5354605"/>
                </a:cubicBezTo>
                <a:lnTo>
                  <a:pt x="0" y="45286"/>
                </a:lnTo>
                <a:cubicBezTo>
                  <a:pt x="0" y="20275"/>
                  <a:pt x="20275" y="0"/>
                  <a:pt x="45286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81427982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FF20EEE5-99FB-D8DA-B547-B5E2E0B0AE2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02832" y="1097280"/>
            <a:ext cx="3740076" cy="5355907"/>
          </a:xfrm>
          <a:custGeom>
            <a:avLst/>
            <a:gdLst>
              <a:gd name="connsiteX0" fmla="*/ 67284 w 3740076"/>
              <a:gd name="connsiteY0" fmla="*/ 0 h 5355907"/>
              <a:gd name="connsiteX1" fmla="*/ 3672792 w 3740076"/>
              <a:gd name="connsiteY1" fmla="*/ 0 h 5355907"/>
              <a:gd name="connsiteX2" fmla="*/ 3740076 w 3740076"/>
              <a:gd name="connsiteY2" fmla="*/ 67284 h 5355907"/>
              <a:gd name="connsiteX3" fmla="*/ 3740076 w 3740076"/>
              <a:gd name="connsiteY3" fmla="*/ 5288623 h 5355907"/>
              <a:gd name="connsiteX4" fmla="*/ 3672792 w 3740076"/>
              <a:gd name="connsiteY4" fmla="*/ 5355907 h 5355907"/>
              <a:gd name="connsiteX5" fmla="*/ 67284 w 3740076"/>
              <a:gd name="connsiteY5" fmla="*/ 5355907 h 5355907"/>
              <a:gd name="connsiteX6" fmla="*/ 0 w 3740076"/>
              <a:gd name="connsiteY6" fmla="*/ 5288623 h 5355907"/>
              <a:gd name="connsiteX7" fmla="*/ 0 w 3740076"/>
              <a:gd name="connsiteY7" fmla="*/ 67284 h 5355907"/>
              <a:gd name="connsiteX8" fmla="*/ 67284 w 3740076"/>
              <a:gd name="connsiteY8" fmla="*/ 0 h 53559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740076" h="5355907">
                <a:moveTo>
                  <a:pt x="67284" y="0"/>
                </a:moveTo>
                <a:lnTo>
                  <a:pt x="3672792" y="0"/>
                </a:lnTo>
                <a:cubicBezTo>
                  <a:pt x="3709952" y="0"/>
                  <a:pt x="3740076" y="30124"/>
                  <a:pt x="3740076" y="67284"/>
                </a:cubicBezTo>
                <a:lnTo>
                  <a:pt x="3740076" y="5288623"/>
                </a:lnTo>
                <a:cubicBezTo>
                  <a:pt x="3740076" y="5325783"/>
                  <a:pt x="3709952" y="5355907"/>
                  <a:pt x="3672792" y="5355907"/>
                </a:cubicBezTo>
                <a:lnTo>
                  <a:pt x="67284" y="5355907"/>
                </a:lnTo>
                <a:cubicBezTo>
                  <a:pt x="30124" y="5355907"/>
                  <a:pt x="0" y="5325783"/>
                  <a:pt x="0" y="5288623"/>
                </a:cubicBezTo>
                <a:lnTo>
                  <a:pt x="0" y="67284"/>
                </a:lnTo>
                <a:cubicBezTo>
                  <a:pt x="0" y="30124"/>
                  <a:pt x="30124" y="0"/>
                  <a:pt x="67284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D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FAF59062-E08B-7697-4219-20428281578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580351" y="4386805"/>
            <a:ext cx="2920044" cy="2066382"/>
          </a:xfrm>
          <a:custGeom>
            <a:avLst/>
            <a:gdLst>
              <a:gd name="connsiteX0" fmla="*/ 37174 w 2920044"/>
              <a:gd name="connsiteY0" fmla="*/ 0 h 2066382"/>
              <a:gd name="connsiteX1" fmla="*/ 2882870 w 2920044"/>
              <a:gd name="connsiteY1" fmla="*/ 0 h 2066382"/>
              <a:gd name="connsiteX2" fmla="*/ 2920044 w 2920044"/>
              <a:gd name="connsiteY2" fmla="*/ 37174 h 2066382"/>
              <a:gd name="connsiteX3" fmla="*/ 2920044 w 2920044"/>
              <a:gd name="connsiteY3" fmla="*/ 2029208 h 2066382"/>
              <a:gd name="connsiteX4" fmla="*/ 2882870 w 2920044"/>
              <a:gd name="connsiteY4" fmla="*/ 2066382 h 2066382"/>
              <a:gd name="connsiteX5" fmla="*/ 37174 w 2920044"/>
              <a:gd name="connsiteY5" fmla="*/ 2066382 h 2066382"/>
              <a:gd name="connsiteX6" fmla="*/ 0 w 2920044"/>
              <a:gd name="connsiteY6" fmla="*/ 2029208 h 2066382"/>
              <a:gd name="connsiteX7" fmla="*/ 0 w 2920044"/>
              <a:gd name="connsiteY7" fmla="*/ 37174 h 2066382"/>
              <a:gd name="connsiteX8" fmla="*/ 37174 w 2920044"/>
              <a:gd name="connsiteY8" fmla="*/ 0 h 20663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920044" h="2066382">
                <a:moveTo>
                  <a:pt x="37174" y="0"/>
                </a:moveTo>
                <a:lnTo>
                  <a:pt x="2882870" y="0"/>
                </a:lnTo>
                <a:cubicBezTo>
                  <a:pt x="2903401" y="0"/>
                  <a:pt x="2920044" y="16643"/>
                  <a:pt x="2920044" y="37174"/>
                </a:cubicBezTo>
                <a:lnTo>
                  <a:pt x="2920044" y="2029208"/>
                </a:lnTo>
                <a:cubicBezTo>
                  <a:pt x="2920044" y="2049739"/>
                  <a:pt x="2903401" y="2066382"/>
                  <a:pt x="2882870" y="2066382"/>
                </a:cubicBezTo>
                <a:lnTo>
                  <a:pt x="37174" y="2066382"/>
                </a:lnTo>
                <a:cubicBezTo>
                  <a:pt x="16643" y="2066382"/>
                  <a:pt x="0" y="2049739"/>
                  <a:pt x="0" y="2029208"/>
                </a:cubicBezTo>
                <a:lnTo>
                  <a:pt x="0" y="37174"/>
                </a:lnTo>
                <a:cubicBezTo>
                  <a:pt x="0" y="16643"/>
                  <a:pt x="16643" y="0"/>
                  <a:pt x="37174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D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CD4434F9-432D-503C-1DCC-D65709D1351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637838" y="4386805"/>
            <a:ext cx="2920044" cy="2066382"/>
          </a:xfrm>
          <a:custGeom>
            <a:avLst/>
            <a:gdLst>
              <a:gd name="connsiteX0" fmla="*/ 37174 w 2920044"/>
              <a:gd name="connsiteY0" fmla="*/ 0 h 2066382"/>
              <a:gd name="connsiteX1" fmla="*/ 2882870 w 2920044"/>
              <a:gd name="connsiteY1" fmla="*/ 0 h 2066382"/>
              <a:gd name="connsiteX2" fmla="*/ 2920044 w 2920044"/>
              <a:gd name="connsiteY2" fmla="*/ 37174 h 2066382"/>
              <a:gd name="connsiteX3" fmla="*/ 2920044 w 2920044"/>
              <a:gd name="connsiteY3" fmla="*/ 2029208 h 2066382"/>
              <a:gd name="connsiteX4" fmla="*/ 2882870 w 2920044"/>
              <a:gd name="connsiteY4" fmla="*/ 2066382 h 2066382"/>
              <a:gd name="connsiteX5" fmla="*/ 37174 w 2920044"/>
              <a:gd name="connsiteY5" fmla="*/ 2066382 h 2066382"/>
              <a:gd name="connsiteX6" fmla="*/ 0 w 2920044"/>
              <a:gd name="connsiteY6" fmla="*/ 2029208 h 2066382"/>
              <a:gd name="connsiteX7" fmla="*/ 0 w 2920044"/>
              <a:gd name="connsiteY7" fmla="*/ 37174 h 2066382"/>
              <a:gd name="connsiteX8" fmla="*/ 37174 w 2920044"/>
              <a:gd name="connsiteY8" fmla="*/ 0 h 20663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920044" h="2066382">
                <a:moveTo>
                  <a:pt x="37174" y="0"/>
                </a:moveTo>
                <a:lnTo>
                  <a:pt x="2882870" y="0"/>
                </a:lnTo>
                <a:cubicBezTo>
                  <a:pt x="2903401" y="0"/>
                  <a:pt x="2920044" y="16643"/>
                  <a:pt x="2920044" y="37174"/>
                </a:cubicBezTo>
                <a:lnTo>
                  <a:pt x="2920044" y="2029208"/>
                </a:lnTo>
                <a:cubicBezTo>
                  <a:pt x="2920044" y="2049739"/>
                  <a:pt x="2903401" y="2066382"/>
                  <a:pt x="2882870" y="2066382"/>
                </a:cubicBezTo>
                <a:lnTo>
                  <a:pt x="37174" y="2066382"/>
                </a:lnTo>
                <a:cubicBezTo>
                  <a:pt x="16643" y="2066382"/>
                  <a:pt x="0" y="2049739"/>
                  <a:pt x="0" y="2029208"/>
                </a:cubicBezTo>
                <a:lnTo>
                  <a:pt x="0" y="37174"/>
                </a:lnTo>
                <a:cubicBezTo>
                  <a:pt x="0" y="16643"/>
                  <a:pt x="16643" y="0"/>
                  <a:pt x="37174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62722376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: Shape 3">
            <a:extLst>
              <a:ext uri="{FF2B5EF4-FFF2-40B4-BE49-F238E27FC236}">
                <a16:creationId xmlns:a16="http://schemas.microsoft.com/office/drawing/2014/main" id="{2025895B-00B7-EEC2-8534-BBCE3361D29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623793" y="404813"/>
            <a:ext cx="3351008" cy="3610733"/>
          </a:xfrm>
          <a:custGeom>
            <a:avLst/>
            <a:gdLst>
              <a:gd name="connsiteX0" fmla="*/ 60285 w 3351008"/>
              <a:gd name="connsiteY0" fmla="*/ 0 h 3610733"/>
              <a:gd name="connsiteX1" fmla="*/ 3290723 w 3351008"/>
              <a:gd name="connsiteY1" fmla="*/ 0 h 3610733"/>
              <a:gd name="connsiteX2" fmla="*/ 3351008 w 3351008"/>
              <a:gd name="connsiteY2" fmla="*/ 60285 h 3610733"/>
              <a:gd name="connsiteX3" fmla="*/ 3351008 w 3351008"/>
              <a:gd name="connsiteY3" fmla="*/ 3550448 h 3610733"/>
              <a:gd name="connsiteX4" fmla="*/ 3290723 w 3351008"/>
              <a:gd name="connsiteY4" fmla="*/ 3610733 h 3610733"/>
              <a:gd name="connsiteX5" fmla="*/ 60285 w 3351008"/>
              <a:gd name="connsiteY5" fmla="*/ 3610733 h 3610733"/>
              <a:gd name="connsiteX6" fmla="*/ 0 w 3351008"/>
              <a:gd name="connsiteY6" fmla="*/ 3550448 h 3610733"/>
              <a:gd name="connsiteX7" fmla="*/ 0 w 3351008"/>
              <a:gd name="connsiteY7" fmla="*/ 60285 h 3610733"/>
              <a:gd name="connsiteX8" fmla="*/ 60285 w 3351008"/>
              <a:gd name="connsiteY8" fmla="*/ 0 h 3610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351008" h="3610733">
                <a:moveTo>
                  <a:pt x="60285" y="0"/>
                </a:moveTo>
                <a:lnTo>
                  <a:pt x="3290723" y="0"/>
                </a:lnTo>
                <a:cubicBezTo>
                  <a:pt x="3324017" y="0"/>
                  <a:pt x="3351008" y="26991"/>
                  <a:pt x="3351008" y="60285"/>
                </a:cubicBezTo>
                <a:lnTo>
                  <a:pt x="3351008" y="3550448"/>
                </a:lnTo>
                <a:cubicBezTo>
                  <a:pt x="3351008" y="3583742"/>
                  <a:pt x="3324017" y="3610733"/>
                  <a:pt x="3290723" y="3610733"/>
                </a:cubicBezTo>
                <a:lnTo>
                  <a:pt x="60285" y="3610733"/>
                </a:lnTo>
                <a:cubicBezTo>
                  <a:pt x="26991" y="3610733"/>
                  <a:pt x="0" y="3583742"/>
                  <a:pt x="0" y="3550448"/>
                </a:cubicBezTo>
                <a:lnTo>
                  <a:pt x="0" y="60285"/>
                </a:lnTo>
                <a:cubicBezTo>
                  <a:pt x="0" y="26991"/>
                  <a:pt x="26991" y="0"/>
                  <a:pt x="60285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D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1C90A163-93C4-345E-F21D-5455D9D3FBD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9149080" y="1959104"/>
            <a:ext cx="2430446" cy="2056441"/>
          </a:xfrm>
          <a:custGeom>
            <a:avLst/>
            <a:gdLst>
              <a:gd name="connsiteX0" fmla="*/ 61878 w 2430446"/>
              <a:gd name="connsiteY0" fmla="*/ 0 h 2056441"/>
              <a:gd name="connsiteX1" fmla="*/ 2368568 w 2430446"/>
              <a:gd name="connsiteY1" fmla="*/ 0 h 2056441"/>
              <a:gd name="connsiteX2" fmla="*/ 2430446 w 2430446"/>
              <a:gd name="connsiteY2" fmla="*/ 61878 h 2056441"/>
              <a:gd name="connsiteX3" fmla="*/ 2430446 w 2430446"/>
              <a:gd name="connsiteY3" fmla="*/ 1994563 h 2056441"/>
              <a:gd name="connsiteX4" fmla="*/ 2368568 w 2430446"/>
              <a:gd name="connsiteY4" fmla="*/ 2056441 h 2056441"/>
              <a:gd name="connsiteX5" fmla="*/ 61878 w 2430446"/>
              <a:gd name="connsiteY5" fmla="*/ 2056441 h 2056441"/>
              <a:gd name="connsiteX6" fmla="*/ 0 w 2430446"/>
              <a:gd name="connsiteY6" fmla="*/ 1994563 h 2056441"/>
              <a:gd name="connsiteX7" fmla="*/ 0 w 2430446"/>
              <a:gd name="connsiteY7" fmla="*/ 61878 h 2056441"/>
              <a:gd name="connsiteX8" fmla="*/ 61878 w 2430446"/>
              <a:gd name="connsiteY8" fmla="*/ 0 h 20564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430446" h="2056441">
                <a:moveTo>
                  <a:pt x="61878" y="0"/>
                </a:moveTo>
                <a:lnTo>
                  <a:pt x="2368568" y="0"/>
                </a:lnTo>
                <a:cubicBezTo>
                  <a:pt x="2402742" y="0"/>
                  <a:pt x="2430446" y="27704"/>
                  <a:pt x="2430446" y="61878"/>
                </a:cubicBezTo>
                <a:lnTo>
                  <a:pt x="2430446" y="1994563"/>
                </a:lnTo>
                <a:cubicBezTo>
                  <a:pt x="2430446" y="2028737"/>
                  <a:pt x="2402742" y="2056441"/>
                  <a:pt x="2368568" y="2056441"/>
                </a:cubicBezTo>
                <a:lnTo>
                  <a:pt x="61878" y="2056441"/>
                </a:lnTo>
                <a:cubicBezTo>
                  <a:pt x="27704" y="2056441"/>
                  <a:pt x="0" y="2028737"/>
                  <a:pt x="0" y="1994563"/>
                </a:cubicBezTo>
                <a:lnTo>
                  <a:pt x="0" y="61878"/>
                </a:lnTo>
                <a:cubicBezTo>
                  <a:pt x="0" y="27704"/>
                  <a:pt x="27704" y="0"/>
                  <a:pt x="61878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D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20B6360D-6758-2558-253D-D28CB06761B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052042" y="4164297"/>
            <a:ext cx="3527484" cy="2288890"/>
          </a:xfrm>
          <a:custGeom>
            <a:avLst/>
            <a:gdLst>
              <a:gd name="connsiteX0" fmla="*/ 56696 w 3527484"/>
              <a:gd name="connsiteY0" fmla="*/ 0 h 2288890"/>
              <a:gd name="connsiteX1" fmla="*/ 3470788 w 3527484"/>
              <a:gd name="connsiteY1" fmla="*/ 0 h 2288890"/>
              <a:gd name="connsiteX2" fmla="*/ 3527484 w 3527484"/>
              <a:gd name="connsiteY2" fmla="*/ 56696 h 2288890"/>
              <a:gd name="connsiteX3" fmla="*/ 3527484 w 3527484"/>
              <a:gd name="connsiteY3" fmla="*/ 2232194 h 2288890"/>
              <a:gd name="connsiteX4" fmla="*/ 3470788 w 3527484"/>
              <a:gd name="connsiteY4" fmla="*/ 2288890 h 2288890"/>
              <a:gd name="connsiteX5" fmla="*/ 56696 w 3527484"/>
              <a:gd name="connsiteY5" fmla="*/ 2288890 h 2288890"/>
              <a:gd name="connsiteX6" fmla="*/ 0 w 3527484"/>
              <a:gd name="connsiteY6" fmla="*/ 2232194 h 2288890"/>
              <a:gd name="connsiteX7" fmla="*/ 0 w 3527484"/>
              <a:gd name="connsiteY7" fmla="*/ 56696 h 2288890"/>
              <a:gd name="connsiteX8" fmla="*/ 56696 w 3527484"/>
              <a:gd name="connsiteY8" fmla="*/ 0 h 22888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527484" h="2288890">
                <a:moveTo>
                  <a:pt x="56696" y="0"/>
                </a:moveTo>
                <a:lnTo>
                  <a:pt x="3470788" y="0"/>
                </a:lnTo>
                <a:cubicBezTo>
                  <a:pt x="3502100" y="0"/>
                  <a:pt x="3527484" y="25384"/>
                  <a:pt x="3527484" y="56696"/>
                </a:cubicBezTo>
                <a:lnTo>
                  <a:pt x="3527484" y="2232194"/>
                </a:lnTo>
                <a:cubicBezTo>
                  <a:pt x="3527484" y="2263506"/>
                  <a:pt x="3502100" y="2288890"/>
                  <a:pt x="3470788" y="2288890"/>
                </a:cubicBezTo>
                <a:lnTo>
                  <a:pt x="56696" y="2288890"/>
                </a:lnTo>
                <a:cubicBezTo>
                  <a:pt x="25384" y="2288890"/>
                  <a:pt x="0" y="2263506"/>
                  <a:pt x="0" y="2232194"/>
                </a:cubicBezTo>
                <a:lnTo>
                  <a:pt x="0" y="56696"/>
                </a:lnTo>
                <a:cubicBezTo>
                  <a:pt x="0" y="25384"/>
                  <a:pt x="25384" y="0"/>
                  <a:pt x="56696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04649236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72A4A6B1-2BC9-74BE-636E-3798CF30442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969760" y="404812"/>
            <a:ext cx="4545041" cy="6048376"/>
          </a:xfrm>
          <a:custGeom>
            <a:avLst/>
            <a:gdLst>
              <a:gd name="connsiteX0" fmla="*/ 73140 w 4545041"/>
              <a:gd name="connsiteY0" fmla="*/ 1982788 h 6048376"/>
              <a:gd name="connsiteX1" fmla="*/ 4471901 w 4545041"/>
              <a:gd name="connsiteY1" fmla="*/ 1982788 h 6048376"/>
              <a:gd name="connsiteX2" fmla="*/ 4545041 w 4545041"/>
              <a:gd name="connsiteY2" fmla="*/ 2055928 h 6048376"/>
              <a:gd name="connsiteX3" fmla="*/ 4545041 w 4545041"/>
              <a:gd name="connsiteY3" fmla="*/ 5975236 h 6048376"/>
              <a:gd name="connsiteX4" fmla="*/ 4471901 w 4545041"/>
              <a:gd name="connsiteY4" fmla="*/ 6048376 h 6048376"/>
              <a:gd name="connsiteX5" fmla="*/ 73140 w 4545041"/>
              <a:gd name="connsiteY5" fmla="*/ 6048376 h 6048376"/>
              <a:gd name="connsiteX6" fmla="*/ 0 w 4545041"/>
              <a:gd name="connsiteY6" fmla="*/ 5975236 h 6048376"/>
              <a:gd name="connsiteX7" fmla="*/ 0 w 4545041"/>
              <a:gd name="connsiteY7" fmla="*/ 2055928 h 6048376"/>
              <a:gd name="connsiteX8" fmla="*/ 73140 w 4545041"/>
              <a:gd name="connsiteY8" fmla="*/ 1982788 h 6048376"/>
              <a:gd name="connsiteX9" fmla="*/ 48740 w 4545041"/>
              <a:gd name="connsiteY9" fmla="*/ 0 h 6048376"/>
              <a:gd name="connsiteX10" fmla="*/ 4496301 w 4545041"/>
              <a:gd name="connsiteY10" fmla="*/ 0 h 6048376"/>
              <a:gd name="connsiteX11" fmla="*/ 4545041 w 4545041"/>
              <a:gd name="connsiteY11" fmla="*/ 48740 h 6048376"/>
              <a:gd name="connsiteX12" fmla="*/ 4545041 w 4545041"/>
              <a:gd name="connsiteY12" fmla="*/ 1813716 h 6048376"/>
              <a:gd name="connsiteX13" fmla="*/ 4496301 w 4545041"/>
              <a:gd name="connsiteY13" fmla="*/ 1862456 h 6048376"/>
              <a:gd name="connsiteX14" fmla="*/ 48740 w 4545041"/>
              <a:gd name="connsiteY14" fmla="*/ 1862456 h 6048376"/>
              <a:gd name="connsiteX15" fmla="*/ 0 w 4545041"/>
              <a:gd name="connsiteY15" fmla="*/ 1813716 h 6048376"/>
              <a:gd name="connsiteX16" fmla="*/ 0 w 4545041"/>
              <a:gd name="connsiteY16" fmla="*/ 48740 h 6048376"/>
              <a:gd name="connsiteX17" fmla="*/ 48740 w 4545041"/>
              <a:gd name="connsiteY17" fmla="*/ 0 h 60483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4545041" h="6048376">
                <a:moveTo>
                  <a:pt x="73140" y="1982788"/>
                </a:moveTo>
                <a:lnTo>
                  <a:pt x="4471901" y="1982788"/>
                </a:lnTo>
                <a:cubicBezTo>
                  <a:pt x="4512295" y="1982788"/>
                  <a:pt x="4545041" y="2015534"/>
                  <a:pt x="4545041" y="2055928"/>
                </a:cubicBezTo>
                <a:lnTo>
                  <a:pt x="4545041" y="5975236"/>
                </a:lnTo>
                <a:cubicBezTo>
                  <a:pt x="4545041" y="6015630"/>
                  <a:pt x="4512295" y="6048376"/>
                  <a:pt x="4471901" y="6048376"/>
                </a:cubicBezTo>
                <a:lnTo>
                  <a:pt x="73140" y="6048376"/>
                </a:lnTo>
                <a:cubicBezTo>
                  <a:pt x="32746" y="6048376"/>
                  <a:pt x="0" y="6015630"/>
                  <a:pt x="0" y="5975236"/>
                </a:cubicBezTo>
                <a:lnTo>
                  <a:pt x="0" y="2055928"/>
                </a:lnTo>
                <a:cubicBezTo>
                  <a:pt x="0" y="2015534"/>
                  <a:pt x="32746" y="1982788"/>
                  <a:pt x="73140" y="1982788"/>
                </a:cubicBezTo>
                <a:close/>
                <a:moveTo>
                  <a:pt x="48740" y="0"/>
                </a:moveTo>
                <a:lnTo>
                  <a:pt x="4496301" y="0"/>
                </a:lnTo>
                <a:cubicBezTo>
                  <a:pt x="4523219" y="0"/>
                  <a:pt x="4545041" y="21822"/>
                  <a:pt x="4545041" y="48740"/>
                </a:cubicBezTo>
                <a:lnTo>
                  <a:pt x="4545041" y="1813716"/>
                </a:lnTo>
                <a:cubicBezTo>
                  <a:pt x="4545041" y="1840634"/>
                  <a:pt x="4523219" y="1862456"/>
                  <a:pt x="4496301" y="1862456"/>
                </a:cubicBezTo>
                <a:lnTo>
                  <a:pt x="48740" y="1862456"/>
                </a:lnTo>
                <a:cubicBezTo>
                  <a:pt x="21822" y="1862456"/>
                  <a:pt x="0" y="1840634"/>
                  <a:pt x="0" y="1813716"/>
                </a:cubicBezTo>
                <a:lnTo>
                  <a:pt x="0" y="48740"/>
                </a:lnTo>
                <a:cubicBezTo>
                  <a:pt x="0" y="21822"/>
                  <a:pt x="21822" y="0"/>
                  <a:pt x="4874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53234416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: Shape 3">
            <a:extLst>
              <a:ext uri="{FF2B5EF4-FFF2-40B4-BE49-F238E27FC236}">
                <a16:creationId xmlns:a16="http://schemas.microsoft.com/office/drawing/2014/main" id="{5AC8C12A-FD8C-8CBC-E71B-E5BBC796FFB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02832" y="1097280"/>
            <a:ext cx="4041290" cy="5355907"/>
          </a:xfrm>
          <a:custGeom>
            <a:avLst/>
            <a:gdLst>
              <a:gd name="connsiteX0" fmla="*/ 72703 w 4041290"/>
              <a:gd name="connsiteY0" fmla="*/ 0 h 5355907"/>
              <a:gd name="connsiteX1" fmla="*/ 3968587 w 4041290"/>
              <a:gd name="connsiteY1" fmla="*/ 0 h 5355907"/>
              <a:gd name="connsiteX2" fmla="*/ 4041290 w 4041290"/>
              <a:gd name="connsiteY2" fmla="*/ 72703 h 5355907"/>
              <a:gd name="connsiteX3" fmla="*/ 4041290 w 4041290"/>
              <a:gd name="connsiteY3" fmla="*/ 5283204 h 5355907"/>
              <a:gd name="connsiteX4" fmla="*/ 3968587 w 4041290"/>
              <a:gd name="connsiteY4" fmla="*/ 5355907 h 5355907"/>
              <a:gd name="connsiteX5" fmla="*/ 72703 w 4041290"/>
              <a:gd name="connsiteY5" fmla="*/ 5355907 h 5355907"/>
              <a:gd name="connsiteX6" fmla="*/ 0 w 4041290"/>
              <a:gd name="connsiteY6" fmla="*/ 5283204 h 5355907"/>
              <a:gd name="connsiteX7" fmla="*/ 0 w 4041290"/>
              <a:gd name="connsiteY7" fmla="*/ 72703 h 5355907"/>
              <a:gd name="connsiteX8" fmla="*/ 72703 w 4041290"/>
              <a:gd name="connsiteY8" fmla="*/ 0 h 53559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041290" h="5355907">
                <a:moveTo>
                  <a:pt x="72703" y="0"/>
                </a:moveTo>
                <a:lnTo>
                  <a:pt x="3968587" y="0"/>
                </a:lnTo>
                <a:cubicBezTo>
                  <a:pt x="4008740" y="0"/>
                  <a:pt x="4041290" y="32550"/>
                  <a:pt x="4041290" y="72703"/>
                </a:cubicBezTo>
                <a:lnTo>
                  <a:pt x="4041290" y="5283204"/>
                </a:lnTo>
                <a:cubicBezTo>
                  <a:pt x="4041290" y="5323357"/>
                  <a:pt x="4008740" y="5355907"/>
                  <a:pt x="3968587" y="5355907"/>
                </a:cubicBezTo>
                <a:lnTo>
                  <a:pt x="72703" y="5355907"/>
                </a:lnTo>
                <a:cubicBezTo>
                  <a:pt x="32550" y="5355907"/>
                  <a:pt x="0" y="5323357"/>
                  <a:pt x="0" y="5283204"/>
                </a:cubicBezTo>
                <a:lnTo>
                  <a:pt x="0" y="72703"/>
                </a:lnTo>
                <a:cubicBezTo>
                  <a:pt x="0" y="32550"/>
                  <a:pt x="32550" y="0"/>
                  <a:pt x="72703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49302134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: Shape 4">
            <a:extLst>
              <a:ext uri="{FF2B5EF4-FFF2-40B4-BE49-F238E27FC236}">
                <a16:creationId xmlns:a16="http://schemas.microsoft.com/office/drawing/2014/main" id="{DD65F729-B72A-40BD-056B-368357651FA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823472" y="594360"/>
            <a:ext cx="3320528" cy="5669280"/>
          </a:xfrm>
          <a:custGeom>
            <a:avLst/>
            <a:gdLst>
              <a:gd name="connsiteX0" fmla="*/ 59736 w 3320528"/>
              <a:gd name="connsiteY0" fmla="*/ 0 h 5669280"/>
              <a:gd name="connsiteX1" fmla="*/ 3260792 w 3320528"/>
              <a:gd name="connsiteY1" fmla="*/ 0 h 5669280"/>
              <a:gd name="connsiteX2" fmla="*/ 3320528 w 3320528"/>
              <a:gd name="connsiteY2" fmla="*/ 59736 h 5669280"/>
              <a:gd name="connsiteX3" fmla="*/ 3320528 w 3320528"/>
              <a:gd name="connsiteY3" fmla="*/ 5609544 h 5669280"/>
              <a:gd name="connsiteX4" fmla="*/ 3260792 w 3320528"/>
              <a:gd name="connsiteY4" fmla="*/ 5669280 h 5669280"/>
              <a:gd name="connsiteX5" fmla="*/ 59736 w 3320528"/>
              <a:gd name="connsiteY5" fmla="*/ 5669280 h 5669280"/>
              <a:gd name="connsiteX6" fmla="*/ 0 w 3320528"/>
              <a:gd name="connsiteY6" fmla="*/ 5609544 h 5669280"/>
              <a:gd name="connsiteX7" fmla="*/ 0 w 3320528"/>
              <a:gd name="connsiteY7" fmla="*/ 59736 h 5669280"/>
              <a:gd name="connsiteX8" fmla="*/ 59736 w 3320528"/>
              <a:gd name="connsiteY8" fmla="*/ 0 h 56692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320528" h="5669280">
                <a:moveTo>
                  <a:pt x="59736" y="0"/>
                </a:moveTo>
                <a:lnTo>
                  <a:pt x="3260792" y="0"/>
                </a:lnTo>
                <a:cubicBezTo>
                  <a:pt x="3293783" y="0"/>
                  <a:pt x="3320528" y="26745"/>
                  <a:pt x="3320528" y="59736"/>
                </a:cubicBezTo>
                <a:lnTo>
                  <a:pt x="3320528" y="5609544"/>
                </a:lnTo>
                <a:cubicBezTo>
                  <a:pt x="3320528" y="5642535"/>
                  <a:pt x="3293783" y="5669280"/>
                  <a:pt x="3260792" y="5669280"/>
                </a:cubicBezTo>
                <a:lnTo>
                  <a:pt x="59736" y="5669280"/>
                </a:lnTo>
                <a:cubicBezTo>
                  <a:pt x="26745" y="5669280"/>
                  <a:pt x="0" y="5642535"/>
                  <a:pt x="0" y="5609544"/>
                </a:cubicBezTo>
                <a:lnTo>
                  <a:pt x="0" y="59736"/>
                </a:lnTo>
                <a:cubicBezTo>
                  <a:pt x="0" y="26745"/>
                  <a:pt x="26745" y="0"/>
                  <a:pt x="59736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88419351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E6540DBB-7F26-CDC2-FE54-0CAA02A20B5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91198" y="404814"/>
            <a:ext cx="6806007" cy="3833700"/>
          </a:xfrm>
          <a:custGeom>
            <a:avLst/>
            <a:gdLst>
              <a:gd name="connsiteX0" fmla="*/ 68968 w 6806007"/>
              <a:gd name="connsiteY0" fmla="*/ 0 h 3833700"/>
              <a:gd name="connsiteX1" fmla="*/ 6737039 w 6806007"/>
              <a:gd name="connsiteY1" fmla="*/ 0 h 3833700"/>
              <a:gd name="connsiteX2" fmla="*/ 6806007 w 6806007"/>
              <a:gd name="connsiteY2" fmla="*/ 68968 h 3833700"/>
              <a:gd name="connsiteX3" fmla="*/ 6806007 w 6806007"/>
              <a:gd name="connsiteY3" fmla="*/ 3764732 h 3833700"/>
              <a:gd name="connsiteX4" fmla="*/ 6737039 w 6806007"/>
              <a:gd name="connsiteY4" fmla="*/ 3833700 h 3833700"/>
              <a:gd name="connsiteX5" fmla="*/ 68968 w 6806007"/>
              <a:gd name="connsiteY5" fmla="*/ 3833700 h 3833700"/>
              <a:gd name="connsiteX6" fmla="*/ 0 w 6806007"/>
              <a:gd name="connsiteY6" fmla="*/ 3764732 h 3833700"/>
              <a:gd name="connsiteX7" fmla="*/ 0 w 6806007"/>
              <a:gd name="connsiteY7" fmla="*/ 68968 h 3833700"/>
              <a:gd name="connsiteX8" fmla="*/ 68968 w 6806007"/>
              <a:gd name="connsiteY8" fmla="*/ 0 h 3833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06007" h="3833700">
                <a:moveTo>
                  <a:pt x="68968" y="0"/>
                </a:moveTo>
                <a:lnTo>
                  <a:pt x="6737039" y="0"/>
                </a:lnTo>
                <a:cubicBezTo>
                  <a:pt x="6775129" y="0"/>
                  <a:pt x="6806007" y="30878"/>
                  <a:pt x="6806007" y="68968"/>
                </a:cubicBezTo>
                <a:lnTo>
                  <a:pt x="6806007" y="3764732"/>
                </a:lnTo>
                <a:cubicBezTo>
                  <a:pt x="6806007" y="3802822"/>
                  <a:pt x="6775129" y="3833700"/>
                  <a:pt x="6737039" y="3833700"/>
                </a:cubicBezTo>
                <a:lnTo>
                  <a:pt x="68968" y="3833700"/>
                </a:lnTo>
                <a:cubicBezTo>
                  <a:pt x="30878" y="3833700"/>
                  <a:pt x="0" y="3802822"/>
                  <a:pt x="0" y="3764732"/>
                </a:cubicBezTo>
                <a:lnTo>
                  <a:pt x="0" y="68968"/>
                </a:lnTo>
                <a:cubicBezTo>
                  <a:pt x="0" y="30878"/>
                  <a:pt x="30878" y="0"/>
                  <a:pt x="68968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95379274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: Shape 3">
            <a:extLst>
              <a:ext uri="{FF2B5EF4-FFF2-40B4-BE49-F238E27FC236}">
                <a16:creationId xmlns:a16="http://schemas.microsoft.com/office/drawing/2014/main" id="{A94DDC37-CDF9-8A2E-E05F-806433AF06C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243319" y="970280"/>
            <a:ext cx="2430447" cy="5196840"/>
          </a:xfrm>
          <a:custGeom>
            <a:avLst/>
            <a:gdLst>
              <a:gd name="connsiteX0" fmla="*/ 339047 w 2430447"/>
              <a:gd name="connsiteY0" fmla="*/ 0 h 5196840"/>
              <a:gd name="connsiteX1" fmla="*/ 2091400 w 2430447"/>
              <a:gd name="connsiteY1" fmla="*/ 0 h 5196840"/>
              <a:gd name="connsiteX2" fmla="*/ 2430447 w 2430447"/>
              <a:gd name="connsiteY2" fmla="*/ 339047 h 5196840"/>
              <a:gd name="connsiteX3" fmla="*/ 2430447 w 2430447"/>
              <a:gd name="connsiteY3" fmla="*/ 4857793 h 5196840"/>
              <a:gd name="connsiteX4" fmla="*/ 2091400 w 2430447"/>
              <a:gd name="connsiteY4" fmla="*/ 5196840 h 5196840"/>
              <a:gd name="connsiteX5" fmla="*/ 339047 w 2430447"/>
              <a:gd name="connsiteY5" fmla="*/ 5196840 h 5196840"/>
              <a:gd name="connsiteX6" fmla="*/ 0 w 2430447"/>
              <a:gd name="connsiteY6" fmla="*/ 4857793 h 5196840"/>
              <a:gd name="connsiteX7" fmla="*/ 0 w 2430447"/>
              <a:gd name="connsiteY7" fmla="*/ 339047 h 5196840"/>
              <a:gd name="connsiteX8" fmla="*/ 339047 w 2430447"/>
              <a:gd name="connsiteY8" fmla="*/ 0 h 51968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430447" h="5196840">
                <a:moveTo>
                  <a:pt x="339047" y="0"/>
                </a:moveTo>
                <a:lnTo>
                  <a:pt x="2091400" y="0"/>
                </a:lnTo>
                <a:cubicBezTo>
                  <a:pt x="2278650" y="0"/>
                  <a:pt x="2430447" y="151797"/>
                  <a:pt x="2430447" y="339047"/>
                </a:cubicBezTo>
                <a:lnTo>
                  <a:pt x="2430447" y="4857793"/>
                </a:lnTo>
                <a:cubicBezTo>
                  <a:pt x="2430447" y="5045043"/>
                  <a:pt x="2278650" y="5196840"/>
                  <a:pt x="2091400" y="5196840"/>
                </a:cubicBezTo>
                <a:lnTo>
                  <a:pt x="339047" y="5196840"/>
                </a:lnTo>
                <a:cubicBezTo>
                  <a:pt x="151797" y="5196840"/>
                  <a:pt x="0" y="5045043"/>
                  <a:pt x="0" y="4857793"/>
                </a:cubicBezTo>
                <a:lnTo>
                  <a:pt x="0" y="339047"/>
                </a:lnTo>
                <a:cubicBezTo>
                  <a:pt x="0" y="151797"/>
                  <a:pt x="151797" y="0"/>
                  <a:pt x="339047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D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E6A3A6CB-D6E0-F42C-1635-C63E23FFDEC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9146232" y="970280"/>
            <a:ext cx="2430447" cy="5196840"/>
          </a:xfrm>
          <a:custGeom>
            <a:avLst/>
            <a:gdLst>
              <a:gd name="connsiteX0" fmla="*/ 339047 w 2430447"/>
              <a:gd name="connsiteY0" fmla="*/ 0 h 5196840"/>
              <a:gd name="connsiteX1" fmla="*/ 2091400 w 2430447"/>
              <a:gd name="connsiteY1" fmla="*/ 0 h 5196840"/>
              <a:gd name="connsiteX2" fmla="*/ 2430447 w 2430447"/>
              <a:gd name="connsiteY2" fmla="*/ 339047 h 5196840"/>
              <a:gd name="connsiteX3" fmla="*/ 2430447 w 2430447"/>
              <a:gd name="connsiteY3" fmla="*/ 4857793 h 5196840"/>
              <a:gd name="connsiteX4" fmla="*/ 2091400 w 2430447"/>
              <a:gd name="connsiteY4" fmla="*/ 5196840 h 5196840"/>
              <a:gd name="connsiteX5" fmla="*/ 339047 w 2430447"/>
              <a:gd name="connsiteY5" fmla="*/ 5196840 h 5196840"/>
              <a:gd name="connsiteX6" fmla="*/ 0 w 2430447"/>
              <a:gd name="connsiteY6" fmla="*/ 4857793 h 5196840"/>
              <a:gd name="connsiteX7" fmla="*/ 0 w 2430447"/>
              <a:gd name="connsiteY7" fmla="*/ 339047 h 5196840"/>
              <a:gd name="connsiteX8" fmla="*/ 339047 w 2430447"/>
              <a:gd name="connsiteY8" fmla="*/ 0 h 51968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430447" h="5196840">
                <a:moveTo>
                  <a:pt x="339047" y="0"/>
                </a:moveTo>
                <a:lnTo>
                  <a:pt x="2091400" y="0"/>
                </a:lnTo>
                <a:cubicBezTo>
                  <a:pt x="2278650" y="0"/>
                  <a:pt x="2430447" y="151797"/>
                  <a:pt x="2430447" y="339047"/>
                </a:cubicBezTo>
                <a:lnTo>
                  <a:pt x="2430447" y="4857793"/>
                </a:lnTo>
                <a:cubicBezTo>
                  <a:pt x="2430447" y="5045043"/>
                  <a:pt x="2278650" y="5196840"/>
                  <a:pt x="2091400" y="5196840"/>
                </a:cubicBezTo>
                <a:lnTo>
                  <a:pt x="339047" y="5196840"/>
                </a:lnTo>
                <a:cubicBezTo>
                  <a:pt x="151797" y="5196840"/>
                  <a:pt x="0" y="5045043"/>
                  <a:pt x="0" y="4857793"/>
                </a:cubicBezTo>
                <a:lnTo>
                  <a:pt x="0" y="339047"/>
                </a:lnTo>
                <a:cubicBezTo>
                  <a:pt x="0" y="151797"/>
                  <a:pt x="151797" y="0"/>
                  <a:pt x="339047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5513787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5B6C784F-A376-855E-9963-34BA89CF009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282896" y="404814"/>
            <a:ext cx="2501117" cy="6048374"/>
          </a:xfrm>
          <a:custGeom>
            <a:avLst/>
            <a:gdLst>
              <a:gd name="connsiteX0" fmla="*/ 80886 w 2501117"/>
              <a:gd name="connsiteY0" fmla="*/ 0 h 6048374"/>
              <a:gd name="connsiteX1" fmla="*/ 2420231 w 2501117"/>
              <a:gd name="connsiteY1" fmla="*/ 0 h 6048374"/>
              <a:gd name="connsiteX2" fmla="*/ 2501117 w 2501117"/>
              <a:gd name="connsiteY2" fmla="*/ 80886 h 6048374"/>
              <a:gd name="connsiteX3" fmla="*/ 2501117 w 2501117"/>
              <a:gd name="connsiteY3" fmla="*/ 5967488 h 6048374"/>
              <a:gd name="connsiteX4" fmla="*/ 2420231 w 2501117"/>
              <a:gd name="connsiteY4" fmla="*/ 6048374 h 6048374"/>
              <a:gd name="connsiteX5" fmla="*/ 80886 w 2501117"/>
              <a:gd name="connsiteY5" fmla="*/ 6048374 h 6048374"/>
              <a:gd name="connsiteX6" fmla="*/ 0 w 2501117"/>
              <a:gd name="connsiteY6" fmla="*/ 5967488 h 6048374"/>
              <a:gd name="connsiteX7" fmla="*/ 0 w 2501117"/>
              <a:gd name="connsiteY7" fmla="*/ 80886 h 6048374"/>
              <a:gd name="connsiteX8" fmla="*/ 80886 w 2501117"/>
              <a:gd name="connsiteY8" fmla="*/ 0 h 60483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501117" h="6048374">
                <a:moveTo>
                  <a:pt x="80886" y="0"/>
                </a:moveTo>
                <a:lnTo>
                  <a:pt x="2420231" y="0"/>
                </a:lnTo>
                <a:cubicBezTo>
                  <a:pt x="2464903" y="0"/>
                  <a:pt x="2501117" y="36214"/>
                  <a:pt x="2501117" y="80886"/>
                </a:cubicBezTo>
                <a:lnTo>
                  <a:pt x="2501117" y="5967488"/>
                </a:lnTo>
                <a:cubicBezTo>
                  <a:pt x="2501117" y="6012160"/>
                  <a:pt x="2464903" y="6048374"/>
                  <a:pt x="2420231" y="6048374"/>
                </a:cubicBezTo>
                <a:lnTo>
                  <a:pt x="80886" y="6048374"/>
                </a:lnTo>
                <a:cubicBezTo>
                  <a:pt x="36214" y="6048374"/>
                  <a:pt x="0" y="6012160"/>
                  <a:pt x="0" y="5967488"/>
                </a:cubicBezTo>
                <a:lnTo>
                  <a:pt x="0" y="80886"/>
                </a:lnTo>
                <a:cubicBezTo>
                  <a:pt x="0" y="36214"/>
                  <a:pt x="36214" y="0"/>
                  <a:pt x="80886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D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28B896F-C177-8BAD-2453-14E5E802510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84681" y="3364992"/>
            <a:ext cx="3142695" cy="2115312"/>
          </a:xfrm>
          <a:custGeom>
            <a:avLst/>
            <a:gdLst>
              <a:gd name="connsiteX0" fmla="*/ 0 w 3142695"/>
              <a:gd name="connsiteY0" fmla="*/ 0 h 2115312"/>
              <a:gd name="connsiteX1" fmla="*/ 3142695 w 3142695"/>
              <a:gd name="connsiteY1" fmla="*/ 0 h 2115312"/>
              <a:gd name="connsiteX2" fmla="*/ 3142695 w 3142695"/>
              <a:gd name="connsiteY2" fmla="*/ 2115312 h 2115312"/>
              <a:gd name="connsiteX3" fmla="*/ 0 w 3142695"/>
              <a:gd name="connsiteY3" fmla="*/ 2115312 h 21153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42695" h="2115312">
                <a:moveTo>
                  <a:pt x="0" y="0"/>
                </a:moveTo>
                <a:lnTo>
                  <a:pt x="3142695" y="0"/>
                </a:lnTo>
                <a:lnTo>
                  <a:pt x="3142695" y="2115312"/>
                </a:lnTo>
                <a:lnTo>
                  <a:pt x="0" y="2115312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47656116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: Shape 4">
            <a:extLst>
              <a:ext uri="{FF2B5EF4-FFF2-40B4-BE49-F238E27FC236}">
                <a16:creationId xmlns:a16="http://schemas.microsoft.com/office/drawing/2014/main" id="{4A03A1F3-8F69-FE0A-6062-9EB7D44FC5F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480810" y="1908698"/>
            <a:ext cx="4734712" cy="3198258"/>
          </a:xfrm>
          <a:custGeom>
            <a:avLst/>
            <a:gdLst>
              <a:gd name="connsiteX0" fmla="*/ 66844 w 4734712"/>
              <a:gd name="connsiteY0" fmla="*/ 0 h 3198258"/>
              <a:gd name="connsiteX1" fmla="*/ 4667868 w 4734712"/>
              <a:gd name="connsiteY1" fmla="*/ 0 h 3198258"/>
              <a:gd name="connsiteX2" fmla="*/ 4734712 w 4734712"/>
              <a:gd name="connsiteY2" fmla="*/ 66844 h 3198258"/>
              <a:gd name="connsiteX3" fmla="*/ 4734712 w 4734712"/>
              <a:gd name="connsiteY3" fmla="*/ 3131414 h 3198258"/>
              <a:gd name="connsiteX4" fmla="*/ 4667868 w 4734712"/>
              <a:gd name="connsiteY4" fmla="*/ 3198258 h 3198258"/>
              <a:gd name="connsiteX5" fmla="*/ 66844 w 4734712"/>
              <a:gd name="connsiteY5" fmla="*/ 3198258 h 3198258"/>
              <a:gd name="connsiteX6" fmla="*/ 0 w 4734712"/>
              <a:gd name="connsiteY6" fmla="*/ 3131414 h 3198258"/>
              <a:gd name="connsiteX7" fmla="*/ 0 w 4734712"/>
              <a:gd name="connsiteY7" fmla="*/ 66844 h 3198258"/>
              <a:gd name="connsiteX8" fmla="*/ 66844 w 4734712"/>
              <a:gd name="connsiteY8" fmla="*/ 0 h 31982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734712" h="3198258">
                <a:moveTo>
                  <a:pt x="66844" y="0"/>
                </a:moveTo>
                <a:lnTo>
                  <a:pt x="4667868" y="0"/>
                </a:lnTo>
                <a:cubicBezTo>
                  <a:pt x="4704785" y="0"/>
                  <a:pt x="4734712" y="29927"/>
                  <a:pt x="4734712" y="66844"/>
                </a:cubicBezTo>
                <a:lnTo>
                  <a:pt x="4734712" y="3131414"/>
                </a:lnTo>
                <a:cubicBezTo>
                  <a:pt x="4734712" y="3168331"/>
                  <a:pt x="4704785" y="3198258"/>
                  <a:pt x="4667868" y="3198258"/>
                </a:cubicBezTo>
                <a:lnTo>
                  <a:pt x="66844" y="3198258"/>
                </a:lnTo>
                <a:cubicBezTo>
                  <a:pt x="29927" y="3198258"/>
                  <a:pt x="0" y="3168331"/>
                  <a:pt x="0" y="3131414"/>
                </a:cubicBezTo>
                <a:lnTo>
                  <a:pt x="0" y="66844"/>
                </a:lnTo>
                <a:cubicBezTo>
                  <a:pt x="0" y="29927"/>
                  <a:pt x="29927" y="0"/>
                  <a:pt x="66844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D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155C50B-2EC1-A5D6-650D-857B35EC69F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443832" y="-599441"/>
            <a:ext cx="4808667" cy="2265681"/>
          </a:xfrm>
          <a:custGeom>
            <a:avLst/>
            <a:gdLst>
              <a:gd name="connsiteX0" fmla="*/ 73272 w 4808667"/>
              <a:gd name="connsiteY0" fmla="*/ 0 h 2265681"/>
              <a:gd name="connsiteX1" fmla="*/ 4735395 w 4808667"/>
              <a:gd name="connsiteY1" fmla="*/ 0 h 2265681"/>
              <a:gd name="connsiteX2" fmla="*/ 4808667 w 4808667"/>
              <a:gd name="connsiteY2" fmla="*/ 73272 h 2265681"/>
              <a:gd name="connsiteX3" fmla="*/ 4808667 w 4808667"/>
              <a:gd name="connsiteY3" fmla="*/ 2192409 h 2265681"/>
              <a:gd name="connsiteX4" fmla="*/ 4735395 w 4808667"/>
              <a:gd name="connsiteY4" fmla="*/ 2265681 h 2265681"/>
              <a:gd name="connsiteX5" fmla="*/ 73272 w 4808667"/>
              <a:gd name="connsiteY5" fmla="*/ 2265681 h 2265681"/>
              <a:gd name="connsiteX6" fmla="*/ 0 w 4808667"/>
              <a:gd name="connsiteY6" fmla="*/ 2192409 h 2265681"/>
              <a:gd name="connsiteX7" fmla="*/ 0 w 4808667"/>
              <a:gd name="connsiteY7" fmla="*/ 73272 h 2265681"/>
              <a:gd name="connsiteX8" fmla="*/ 73272 w 4808667"/>
              <a:gd name="connsiteY8" fmla="*/ 0 h 22656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667" h="2265681">
                <a:moveTo>
                  <a:pt x="73272" y="0"/>
                </a:moveTo>
                <a:lnTo>
                  <a:pt x="4735395" y="0"/>
                </a:lnTo>
                <a:cubicBezTo>
                  <a:pt x="4775862" y="0"/>
                  <a:pt x="4808667" y="32805"/>
                  <a:pt x="4808667" y="73272"/>
                </a:cubicBezTo>
                <a:lnTo>
                  <a:pt x="4808667" y="2192409"/>
                </a:lnTo>
                <a:cubicBezTo>
                  <a:pt x="4808667" y="2232876"/>
                  <a:pt x="4775862" y="2265681"/>
                  <a:pt x="4735395" y="2265681"/>
                </a:cubicBezTo>
                <a:lnTo>
                  <a:pt x="73272" y="2265681"/>
                </a:lnTo>
                <a:cubicBezTo>
                  <a:pt x="32805" y="2265681"/>
                  <a:pt x="0" y="2232876"/>
                  <a:pt x="0" y="2192409"/>
                </a:cubicBezTo>
                <a:lnTo>
                  <a:pt x="0" y="73272"/>
                </a:lnTo>
                <a:cubicBezTo>
                  <a:pt x="0" y="32805"/>
                  <a:pt x="32805" y="0"/>
                  <a:pt x="73272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D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32BEA3EB-97B8-CC91-87EA-A65644ABE784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443832" y="5390055"/>
            <a:ext cx="4808667" cy="2265681"/>
          </a:xfrm>
          <a:custGeom>
            <a:avLst/>
            <a:gdLst>
              <a:gd name="connsiteX0" fmla="*/ 73272 w 4808667"/>
              <a:gd name="connsiteY0" fmla="*/ 0 h 2265681"/>
              <a:gd name="connsiteX1" fmla="*/ 4735395 w 4808667"/>
              <a:gd name="connsiteY1" fmla="*/ 0 h 2265681"/>
              <a:gd name="connsiteX2" fmla="*/ 4808667 w 4808667"/>
              <a:gd name="connsiteY2" fmla="*/ 73272 h 2265681"/>
              <a:gd name="connsiteX3" fmla="*/ 4808667 w 4808667"/>
              <a:gd name="connsiteY3" fmla="*/ 2192409 h 2265681"/>
              <a:gd name="connsiteX4" fmla="*/ 4735395 w 4808667"/>
              <a:gd name="connsiteY4" fmla="*/ 2265681 h 2265681"/>
              <a:gd name="connsiteX5" fmla="*/ 73272 w 4808667"/>
              <a:gd name="connsiteY5" fmla="*/ 2265681 h 2265681"/>
              <a:gd name="connsiteX6" fmla="*/ 0 w 4808667"/>
              <a:gd name="connsiteY6" fmla="*/ 2192409 h 2265681"/>
              <a:gd name="connsiteX7" fmla="*/ 0 w 4808667"/>
              <a:gd name="connsiteY7" fmla="*/ 73272 h 2265681"/>
              <a:gd name="connsiteX8" fmla="*/ 73272 w 4808667"/>
              <a:gd name="connsiteY8" fmla="*/ 0 h 22656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667" h="2265681">
                <a:moveTo>
                  <a:pt x="73272" y="0"/>
                </a:moveTo>
                <a:lnTo>
                  <a:pt x="4735395" y="0"/>
                </a:lnTo>
                <a:cubicBezTo>
                  <a:pt x="4775862" y="0"/>
                  <a:pt x="4808667" y="32805"/>
                  <a:pt x="4808667" y="73272"/>
                </a:cubicBezTo>
                <a:lnTo>
                  <a:pt x="4808667" y="2192409"/>
                </a:lnTo>
                <a:cubicBezTo>
                  <a:pt x="4808667" y="2232876"/>
                  <a:pt x="4775862" y="2265681"/>
                  <a:pt x="4735395" y="2265681"/>
                </a:cubicBezTo>
                <a:lnTo>
                  <a:pt x="73272" y="2265681"/>
                </a:lnTo>
                <a:cubicBezTo>
                  <a:pt x="32805" y="2265681"/>
                  <a:pt x="0" y="2232876"/>
                  <a:pt x="0" y="2192409"/>
                </a:cubicBezTo>
                <a:lnTo>
                  <a:pt x="0" y="73272"/>
                </a:lnTo>
                <a:cubicBezTo>
                  <a:pt x="0" y="32805"/>
                  <a:pt x="32805" y="0"/>
                  <a:pt x="73272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12618160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: Shape 4">
            <a:extLst>
              <a:ext uri="{FF2B5EF4-FFF2-40B4-BE49-F238E27FC236}">
                <a16:creationId xmlns:a16="http://schemas.microsoft.com/office/drawing/2014/main" id="{FEEB1A4C-21C3-66BE-39D4-2F31F24CCF6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01041" y="1143000"/>
            <a:ext cx="10835640" cy="2621280"/>
          </a:xfrm>
          <a:custGeom>
            <a:avLst/>
            <a:gdLst>
              <a:gd name="connsiteX0" fmla="*/ 84772 w 10835640"/>
              <a:gd name="connsiteY0" fmla="*/ 0 h 2621280"/>
              <a:gd name="connsiteX1" fmla="*/ 10750868 w 10835640"/>
              <a:gd name="connsiteY1" fmla="*/ 0 h 2621280"/>
              <a:gd name="connsiteX2" fmla="*/ 10835640 w 10835640"/>
              <a:gd name="connsiteY2" fmla="*/ 84772 h 2621280"/>
              <a:gd name="connsiteX3" fmla="*/ 10835640 w 10835640"/>
              <a:gd name="connsiteY3" fmla="*/ 2536508 h 2621280"/>
              <a:gd name="connsiteX4" fmla="*/ 10750868 w 10835640"/>
              <a:gd name="connsiteY4" fmla="*/ 2621280 h 2621280"/>
              <a:gd name="connsiteX5" fmla="*/ 84772 w 10835640"/>
              <a:gd name="connsiteY5" fmla="*/ 2621280 h 2621280"/>
              <a:gd name="connsiteX6" fmla="*/ 0 w 10835640"/>
              <a:gd name="connsiteY6" fmla="*/ 2536508 h 2621280"/>
              <a:gd name="connsiteX7" fmla="*/ 0 w 10835640"/>
              <a:gd name="connsiteY7" fmla="*/ 84772 h 2621280"/>
              <a:gd name="connsiteX8" fmla="*/ 84772 w 10835640"/>
              <a:gd name="connsiteY8" fmla="*/ 0 h 26212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835640" h="2621280">
                <a:moveTo>
                  <a:pt x="84772" y="0"/>
                </a:moveTo>
                <a:lnTo>
                  <a:pt x="10750868" y="0"/>
                </a:lnTo>
                <a:cubicBezTo>
                  <a:pt x="10797686" y="0"/>
                  <a:pt x="10835640" y="37954"/>
                  <a:pt x="10835640" y="84772"/>
                </a:cubicBezTo>
                <a:lnTo>
                  <a:pt x="10835640" y="2536508"/>
                </a:lnTo>
                <a:cubicBezTo>
                  <a:pt x="10835640" y="2583326"/>
                  <a:pt x="10797686" y="2621280"/>
                  <a:pt x="10750868" y="2621280"/>
                </a:cubicBezTo>
                <a:lnTo>
                  <a:pt x="84772" y="2621280"/>
                </a:lnTo>
                <a:cubicBezTo>
                  <a:pt x="37954" y="2621280"/>
                  <a:pt x="0" y="2583326"/>
                  <a:pt x="0" y="2536508"/>
                </a:cubicBezTo>
                <a:lnTo>
                  <a:pt x="0" y="84772"/>
                </a:lnTo>
                <a:cubicBezTo>
                  <a:pt x="0" y="37954"/>
                  <a:pt x="37954" y="0"/>
                  <a:pt x="84772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79680005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141BD522-5DE3-973E-A04A-83A56A525A82}"/>
              </a:ext>
            </a:extLst>
          </p:cNvPr>
          <p:cNvGrpSpPr/>
          <p:nvPr userDrawn="1"/>
        </p:nvGrpSpPr>
        <p:grpSpPr>
          <a:xfrm>
            <a:off x="680186" y="493268"/>
            <a:ext cx="259970" cy="259970"/>
            <a:chOff x="4251368" y="1276451"/>
            <a:chExt cx="953188" cy="953188"/>
          </a:xfrm>
        </p:grpSpPr>
        <p:sp>
          <p:nvSpPr>
            <p:cNvPr id="3" name="Star: 24 Points 2">
              <a:extLst>
                <a:ext uri="{FF2B5EF4-FFF2-40B4-BE49-F238E27FC236}">
                  <a16:creationId xmlns:a16="http://schemas.microsoft.com/office/drawing/2014/main" id="{9D9A9328-65A3-1785-04E9-D7083FE57A1C}"/>
                </a:ext>
              </a:extLst>
            </p:cNvPr>
            <p:cNvSpPr/>
            <p:nvPr/>
          </p:nvSpPr>
          <p:spPr>
            <a:xfrm>
              <a:off x="4251368" y="1276451"/>
              <a:ext cx="953188" cy="953188"/>
            </a:xfrm>
            <a:prstGeom prst="star24">
              <a:avLst>
                <a:gd name="adj" fmla="val 45833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5" name="Graphic 3">
              <a:extLst>
                <a:ext uri="{FF2B5EF4-FFF2-40B4-BE49-F238E27FC236}">
                  <a16:creationId xmlns:a16="http://schemas.microsoft.com/office/drawing/2014/main" id="{9650B56D-3479-DB0D-844A-66A72A606DFB}"/>
                </a:ext>
              </a:extLst>
            </p:cNvPr>
            <p:cNvSpPr/>
            <p:nvPr/>
          </p:nvSpPr>
          <p:spPr>
            <a:xfrm>
              <a:off x="4535485" y="1559066"/>
              <a:ext cx="386748" cy="386748"/>
            </a:xfrm>
            <a:custGeom>
              <a:avLst/>
              <a:gdLst>
                <a:gd name="connsiteX0" fmla="*/ 211479 w 386748"/>
                <a:gd name="connsiteY0" fmla="*/ 178 h 386748"/>
                <a:gd name="connsiteX1" fmla="*/ 386587 w 386748"/>
                <a:gd name="connsiteY1" fmla="*/ 175286 h 386748"/>
                <a:gd name="connsiteX2" fmla="*/ 254872 w 386748"/>
                <a:gd name="connsiteY2" fmla="*/ 131893 h 386748"/>
                <a:gd name="connsiteX3" fmla="*/ 211479 w 386748"/>
                <a:gd name="connsiteY3" fmla="*/ 178 h 386748"/>
                <a:gd name="connsiteX4" fmla="*/ 364114 w 386748"/>
                <a:gd name="connsiteY4" fmla="*/ 209554 h 386748"/>
                <a:gd name="connsiteX5" fmla="*/ 177499 w 386748"/>
                <a:gd name="connsiteY5" fmla="*/ 23107 h 386748"/>
                <a:gd name="connsiteX6" fmla="*/ 178926 w 386748"/>
                <a:gd name="connsiteY6" fmla="*/ 0 h 386748"/>
                <a:gd name="connsiteX7" fmla="*/ 0 w 386748"/>
                <a:gd name="connsiteY7" fmla="*/ 179201 h 386748"/>
                <a:gd name="connsiteX8" fmla="*/ 207562 w 386748"/>
                <a:gd name="connsiteY8" fmla="*/ 336156 h 386748"/>
                <a:gd name="connsiteX9" fmla="*/ 207564 w 386748"/>
                <a:gd name="connsiteY9" fmla="*/ 386749 h 386748"/>
                <a:gd name="connsiteX10" fmla="*/ 386749 w 386748"/>
                <a:gd name="connsiteY10" fmla="*/ 208033 h 386748"/>
                <a:gd name="connsiteX11" fmla="*/ 364114 w 386748"/>
                <a:gd name="connsiteY11" fmla="*/ 209554 h 386748"/>
                <a:gd name="connsiteX12" fmla="*/ 132540 w 386748"/>
                <a:gd name="connsiteY12" fmla="*/ 254225 h 386748"/>
                <a:gd name="connsiteX13" fmla="*/ 210 w 386748"/>
                <a:gd name="connsiteY13" fmla="*/ 211754 h 386748"/>
                <a:gd name="connsiteX14" fmla="*/ 174946 w 386748"/>
                <a:gd name="connsiteY14" fmla="*/ 386490 h 386748"/>
                <a:gd name="connsiteX15" fmla="*/ 132540 w 386748"/>
                <a:gd name="connsiteY15" fmla="*/ 254225 h 3867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386748" h="386748">
                  <a:moveTo>
                    <a:pt x="211479" y="178"/>
                  </a:moveTo>
                  <a:cubicBezTo>
                    <a:pt x="304411" y="8741"/>
                    <a:pt x="378023" y="82354"/>
                    <a:pt x="386587" y="175286"/>
                  </a:cubicBezTo>
                  <a:cubicBezTo>
                    <a:pt x="338289" y="182481"/>
                    <a:pt x="289435" y="166386"/>
                    <a:pt x="254872" y="131893"/>
                  </a:cubicBezTo>
                  <a:cubicBezTo>
                    <a:pt x="220369" y="97334"/>
                    <a:pt x="204274" y="48477"/>
                    <a:pt x="211479" y="178"/>
                  </a:cubicBezTo>
                  <a:close/>
                  <a:moveTo>
                    <a:pt x="364114" y="209554"/>
                  </a:moveTo>
                  <a:cubicBezTo>
                    <a:pt x="261096" y="209599"/>
                    <a:pt x="177546" y="126125"/>
                    <a:pt x="177499" y="23107"/>
                  </a:cubicBezTo>
                  <a:cubicBezTo>
                    <a:pt x="177496" y="15382"/>
                    <a:pt x="177973" y="7665"/>
                    <a:pt x="178926" y="0"/>
                  </a:cubicBezTo>
                  <a:cubicBezTo>
                    <a:pt x="82993" y="6869"/>
                    <a:pt x="6722" y="83257"/>
                    <a:pt x="0" y="179201"/>
                  </a:cubicBezTo>
                  <a:cubicBezTo>
                    <a:pt x="100659" y="165227"/>
                    <a:pt x="193586" y="235499"/>
                    <a:pt x="207562" y="336156"/>
                  </a:cubicBezTo>
                  <a:cubicBezTo>
                    <a:pt x="209892" y="352941"/>
                    <a:pt x="209892" y="369964"/>
                    <a:pt x="207564" y="386749"/>
                  </a:cubicBezTo>
                  <a:cubicBezTo>
                    <a:pt x="303437" y="380052"/>
                    <a:pt x="379801" y="303888"/>
                    <a:pt x="386749" y="208033"/>
                  </a:cubicBezTo>
                  <a:cubicBezTo>
                    <a:pt x="379242" y="208997"/>
                    <a:pt x="371683" y="209505"/>
                    <a:pt x="364114" y="209554"/>
                  </a:cubicBezTo>
                  <a:close/>
                  <a:moveTo>
                    <a:pt x="132540" y="254225"/>
                  </a:moveTo>
                  <a:cubicBezTo>
                    <a:pt x="97838" y="219593"/>
                    <a:pt x="48585" y="203786"/>
                    <a:pt x="210" y="211754"/>
                  </a:cubicBezTo>
                  <a:cubicBezTo>
                    <a:pt x="8932" y="304406"/>
                    <a:pt x="82295" y="377768"/>
                    <a:pt x="174946" y="386490"/>
                  </a:cubicBezTo>
                  <a:cubicBezTo>
                    <a:pt x="182923" y="338146"/>
                    <a:pt x="167140" y="288918"/>
                    <a:pt x="132540" y="254225"/>
                  </a:cubicBezTo>
                  <a:close/>
                </a:path>
              </a:pathLst>
            </a:custGeom>
            <a:solidFill>
              <a:schemeClr val="bg2"/>
            </a:solidFill>
            <a:ln w="158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D64429B3-8347-4C00-7C23-E3839397892E}"/>
              </a:ext>
            </a:extLst>
          </p:cNvPr>
          <p:cNvSpPr txBox="1"/>
          <p:nvPr userDrawn="1"/>
        </p:nvSpPr>
        <p:spPr>
          <a:xfrm>
            <a:off x="940156" y="507017"/>
            <a:ext cx="139577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PADEL TENNIS</a:t>
            </a:r>
            <a:endParaRPr lang="en-ID" sz="1000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</p:txBody>
      </p:sp>
      <p:sp>
        <p:nvSpPr>
          <p:cNvPr id="18" name="Slide Number Placeholder 1">
            <a:extLst>
              <a:ext uri="{FF2B5EF4-FFF2-40B4-BE49-F238E27FC236}">
                <a16:creationId xmlns:a16="http://schemas.microsoft.com/office/drawing/2014/main" id="{B27B4524-3410-FB56-47B3-0832545F1D9E}"/>
              </a:ext>
            </a:extLst>
          </p:cNvPr>
          <p:cNvSpPr txBox="1">
            <a:spLocks/>
          </p:cNvSpPr>
          <p:nvPr userDrawn="1"/>
        </p:nvSpPr>
        <p:spPr>
          <a:xfrm>
            <a:off x="10983195" y="439103"/>
            <a:ext cx="9525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3279849B-73DD-45AD-8438-31FF413B8127}" type="slidenum">
              <a:rPr lang="en-ID" sz="140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pPr algn="ctr"/>
              <a:t>‹#›</a:t>
            </a:fld>
            <a:endParaRPr lang="en-ID" sz="140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1391586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7" r:id="rId7"/>
    <p:sldLayoutId id="2147483655" r:id="rId8"/>
    <p:sldLayoutId id="2147483656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6" r:id="rId17"/>
    <p:sldLayoutId id="2147483665" r:id="rId1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55" userDrawn="1">
          <p15:clr>
            <a:srgbClr val="F26B43"/>
          </p15:clr>
        </p15:guide>
        <p15:guide id="2" pos="257" userDrawn="1">
          <p15:clr>
            <a:srgbClr val="F26B43"/>
          </p15:clr>
        </p15:guide>
        <p15:guide id="3" pos="7423" userDrawn="1">
          <p15:clr>
            <a:srgbClr val="F26B43"/>
          </p15:clr>
        </p15:guide>
        <p15:guide id="4" orient="horz" pos="4065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9.png"/><Relationship Id="rId3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7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4.png"/><Relationship Id="rId3" Type="http://schemas.openxmlformats.org/officeDocument/2006/relationships/image" Target="../media/image6.png"/><Relationship Id="rId4" Type="http://schemas.openxmlformats.org/officeDocument/2006/relationships/image" Target="../media/image1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1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1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1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1.png"/><Relationship Id="rId3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openxmlformats.org/officeDocument/2006/relationships/image" Target="../media/image1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7.png"/><Relationship Id="rId5" Type="http://schemas.openxmlformats.org/officeDocument/2006/relationships/image" Target="../media/image9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5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Placeholder 3" descr="dashboard_elite_full.png"/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t="5000" b="5000"/>
          <a:stretch>
            <a:fillRect/>
          </a:stretch>
        </p:blipFill>
        <p:spPr/>
      </p:pic>
      <p:sp>
        <p:nvSpPr>
          <p:cNvPr id="56" name="Rectangle 55">
            <a:extLst>
              <a:ext uri="{FF2B5EF4-FFF2-40B4-BE49-F238E27FC236}">
                <a16:creationId xmlns:a16="http://schemas.microsoft.com/office/drawing/2014/main" id="{B9C41E6A-DB18-5118-6200-D5CC4BC4DE5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tx1"/>
              </a:gs>
              <a:gs pos="100000">
                <a:schemeClr val="tx1">
                  <a:alpha val="3000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>
              <a:solidFill>
                <a:schemeClr val="tx2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D8B02CA-C5B9-26BC-97D7-1587854E668A}"/>
              </a:ext>
            </a:extLst>
          </p:cNvPr>
          <p:cNvSpPr txBox="1"/>
          <p:nvPr/>
        </p:nvSpPr>
        <p:spPr>
          <a:xfrm>
            <a:off x="730471" y="1752441"/>
            <a:ext cx="3843937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800" dirty="0">
                <a:solidFill>
                  <a:schemeClr val="bg2"/>
                </a:solidFill>
                <a:latin typeface="Archivo Black" panose="020B0A03020202020B04" pitchFamily="34" charset="0"/>
              </a:rPr>
              <a:t>FÁCIL.</a:t>
            </a:r>
            <a:endParaRPr lang="en-ID" sz="8800" dirty="0">
              <a:solidFill>
                <a:schemeClr val="bg2"/>
              </a:solidFill>
              <a:latin typeface="Archivo Black" panose="020B0A03020202020B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D12A190-27CA-2BAB-3C4B-2B211A32DEB2}"/>
              </a:ext>
            </a:extLst>
          </p:cNvPr>
          <p:cNvSpPr txBox="1"/>
          <p:nvPr/>
        </p:nvSpPr>
        <p:spPr>
          <a:xfrm>
            <a:off x="2350640" y="2928332"/>
            <a:ext cx="559171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0" dirty="0">
                <a:solidFill>
                  <a:schemeClr val="bg2"/>
                </a:solidFill>
              </a:rPr>
              <a:t>COMPLETA.</a:t>
            </a:r>
            <a:endParaRPr lang="en-ID" sz="8000" dirty="0">
              <a:solidFill>
                <a:schemeClr val="bg2"/>
              </a:solidFill>
              <a:latin typeface="+mj-lt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50FBF84-3138-5480-92D2-A8B56F7DCFF0}"/>
              </a:ext>
            </a:extLst>
          </p:cNvPr>
          <p:cNvSpPr txBox="1"/>
          <p:nvPr/>
        </p:nvSpPr>
        <p:spPr>
          <a:xfrm>
            <a:off x="4842152" y="4039497"/>
            <a:ext cx="7216174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800" dirty="0">
                <a:solidFill>
                  <a:schemeClr val="accent2"/>
                </a:solidFill>
                <a:latin typeface="Archivo Black" panose="020B0A03020202020B04" pitchFamily="34" charset="0"/>
              </a:rPr>
              <a:t>RENTABLE.</a:t>
            </a:r>
            <a:endParaRPr lang="en-ID" sz="8800" dirty="0">
              <a:solidFill>
                <a:schemeClr val="accent2"/>
              </a:solidFill>
              <a:latin typeface="Archivo Black" panose="020B0A03020202020B04" pitchFamily="34" charset="0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6A956C8-350B-9D60-02BF-342287CFDE60}"/>
              </a:ext>
            </a:extLst>
          </p:cNvPr>
          <p:cNvSpPr txBox="1"/>
          <p:nvPr/>
        </p:nvSpPr>
        <p:spPr>
          <a:xfrm>
            <a:off x="730471" y="4393440"/>
            <a:ext cx="184498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2"/>
                </a:solidFill>
              </a:rPr>
              <a:t>DEJA EL EXCEL. DIGITALIZA TU CLUB</a:t>
            </a:r>
            <a:endParaRPr lang="en-ID" sz="1400" dirty="0">
              <a:solidFill>
                <a:schemeClr val="bg2"/>
              </a:solidFill>
              <a:latin typeface="+mj-lt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C85AF0B-AC6B-ECFC-8F72-16394CA70D5B}"/>
              </a:ext>
            </a:extLst>
          </p:cNvPr>
          <p:cNvSpPr txBox="1"/>
          <p:nvPr/>
        </p:nvSpPr>
        <p:spPr>
          <a:xfrm>
            <a:off x="7196285" y="5191902"/>
            <a:ext cx="39090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>
                <a:solidFill>
                  <a:schemeClr val="bg2"/>
                </a:solidFill>
              </a:rPr>
              <a:t>ACADEMIA PÁDEL — GESTIÓN INTELIGENTE</a:t>
            </a:r>
            <a:endParaRPr lang="en-ID" sz="1400" dirty="0">
              <a:solidFill>
                <a:schemeClr val="bg2"/>
              </a:solidFill>
              <a:latin typeface="+mj-lt"/>
            </a:endParaRPr>
          </a:p>
        </p:txBody>
      </p:sp>
      <p:sp>
        <p:nvSpPr>
          <p:cNvPr id="54" name="Star: 24 Points 53">
            <a:extLst>
              <a:ext uri="{FF2B5EF4-FFF2-40B4-BE49-F238E27FC236}">
                <a16:creationId xmlns:a16="http://schemas.microsoft.com/office/drawing/2014/main" id="{07D2491A-6BEC-181F-4C92-026A07976926}"/>
              </a:ext>
            </a:extLst>
          </p:cNvPr>
          <p:cNvSpPr/>
          <p:nvPr/>
        </p:nvSpPr>
        <p:spPr>
          <a:xfrm>
            <a:off x="4251368" y="1276451"/>
            <a:ext cx="953188" cy="953188"/>
          </a:xfrm>
          <a:prstGeom prst="star24">
            <a:avLst>
              <a:gd name="adj" fmla="val 45833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" name="Graphic 77">
            <a:extLst>
              <a:ext uri="{FF2B5EF4-FFF2-40B4-BE49-F238E27FC236}">
                <a16:creationId xmlns:a16="http://schemas.microsoft.com/office/drawing/2014/main" id="{904785CC-EA30-E729-DD98-FC5EBC8CC6D5}"/>
              </a:ext>
            </a:extLst>
          </p:cNvPr>
          <p:cNvSpPr/>
          <p:nvPr/>
        </p:nvSpPr>
        <p:spPr>
          <a:xfrm>
            <a:off x="4535485" y="1559066"/>
            <a:ext cx="386748" cy="386748"/>
          </a:xfrm>
          <a:custGeom>
            <a:avLst/>
            <a:gdLst>
              <a:gd name="connsiteX0" fmla="*/ 211479 w 386748"/>
              <a:gd name="connsiteY0" fmla="*/ 178 h 386748"/>
              <a:gd name="connsiteX1" fmla="*/ 386587 w 386748"/>
              <a:gd name="connsiteY1" fmla="*/ 175286 h 386748"/>
              <a:gd name="connsiteX2" fmla="*/ 254872 w 386748"/>
              <a:gd name="connsiteY2" fmla="*/ 131893 h 386748"/>
              <a:gd name="connsiteX3" fmla="*/ 211479 w 386748"/>
              <a:gd name="connsiteY3" fmla="*/ 178 h 386748"/>
              <a:gd name="connsiteX4" fmla="*/ 364114 w 386748"/>
              <a:gd name="connsiteY4" fmla="*/ 209554 h 386748"/>
              <a:gd name="connsiteX5" fmla="*/ 177499 w 386748"/>
              <a:gd name="connsiteY5" fmla="*/ 23107 h 386748"/>
              <a:gd name="connsiteX6" fmla="*/ 178926 w 386748"/>
              <a:gd name="connsiteY6" fmla="*/ 0 h 386748"/>
              <a:gd name="connsiteX7" fmla="*/ 0 w 386748"/>
              <a:gd name="connsiteY7" fmla="*/ 179201 h 386748"/>
              <a:gd name="connsiteX8" fmla="*/ 207562 w 386748"/>
              <a:gd name="connsiteY8" fmla="*/ 336156 h 386748"/>
              <a:gd name="connsiteX9" fmla="*/ 207564 w 386748"/>
              <a:gd name="connsiteY9" fmla="*/ 386749 h 386748"/>
              <a:gd name="connsiteX10" fmla="*/ 386749 w 386748"/>
              <a:gd name="connsiteY10" fmla="*/ 208033 h 386748"/>
              <a:gd name="connsiteX11" fmla="*/ 364114 w 386748"/>
              <a:gd name="connsiteY11" fmla="*/ 209554 h 386748"/>
              <a:gd name="connsiteX12" fmla="*/ 132540 w 386748"/>
              <a:gd name="connsiteY12" fmla="*/ 254225 h 386748"/>
              <a:gd name="connsiteX13" fmla="*/ 210 w 386748"/>
              <a:gd name="connsiteY13" fmla="*/ 211754 h 386748"/>
              <a:gd name="connsiteX14" fmla="*/ 174946 w 386748"/>
              <a:gd name="connsiteY14" fmla="*/ 386490 h 386748"/>
              <a:gd name="connsiteX15" fmla="*/ 132540 w 386748"/>
              <a:gd name="connsiteY15" fmla="*/ 254225 h 3867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386748" h="386748">
                <a:moveTo>
                  <a:pt x="211479" y="178"/>
                </a:moveTo>
                <a:cubicBezTo>
                  <a:pt x="304411" y="8741"/>
                  <a:pt x="378023" y="82354"/>
                  <a:pt x="386587" y="175286"/>
                </a:cubicBezTo>
                <a:cubicBezTo>
                  <a:pt x="338289" y="182481"/>
                  <a:pt x="289435" y="166386"/>
                  <a:pt x="254872" y="131893"/>
                </a:cubicBezTo>
                <a:cubicBezTo>
                  <a:pt x="220369" y="97334"/>
                  <a:pt x="204274" y="48477"/>
                  <a:pt x="211479" y="178"/>
                </a:cubicBezTo>
                <a:close/>
                <a:moveTo>
                  <a:pt x="364114" y="209554"/>
                </a:moveTo>
                <a:cubicBezTo>
                  <a:pt x="261096" y="209599"/>
                  <a:pt x="177546" y="126125"/>
                  <a:pt x="177499" y="23107"/>
                </a:cubicBezTo>
                <a:cubicBezTo>
                  <a:pt x="177496" y="15382"/>
                  <a:pt x="177973" y="7665"/>
                  <a:pt x="178926" y="0"/>
                </a:cubicBezTo>
                <a:cubicBezTo>
                  <a:pt x="82993" y="6869"/>
                  <a:pt x="6722" y="83257"/>
                  <a:pt x="0" y="179201"/>
                </a:cubicBezTo>
                <a:cubicBezTo>
                  <a:pt x="100659" y="165227"/>
                  <a:pt x="193586" y="235499"/>
                  <a:pt x="207562" y="336156"/>
                </a:cubicBezTo>
                <a:cubicBezTo>
                  <a:pt x="209892" y="352941"/>
                  <a:pt x="209892" y="369964"/>
                  <a:pt x="207564" y="386749"/>
                </a:cubicBezTo>
                <a:cubicBezTo>
                  <a:pt x="303437" y="380052"/>
                  <a:pt x="379801" y="303888"/>
                  <a:pt x="386749" y="208033"/>
                </a:cubicBezTo>
                <a:cubicBezTo>
                  <a:pt x="379242" y="208997"/>
                  <a:pt x="371683" y="209505"/>
                  <a:pt x="364114" y="209554"/>
                </a:cubicBezTo>
                <a:close/>
                <a:moveTo>
                  <a:pt x="132540" y="254225"/>
                </a:moveTo>
                <a:cubicBezTo>
                  <a:pt x="97838" y="219593"/>
                  <a:pt x="48585" y="203786"/>
                  <a:pt x="210" y="211754"/>
                </a:cubicBezTo>
                <a:cubicBezTo>
                  <a:pt x="8932" y="304406"/>
                  <a:pt x="82295" y="377768"/>
                  <a:pt x="174946" y="386490"/>
                </a:cubicBezTo>
                <a:cubicBezTo>
                  <a:pt x="182923" y="338146"/>
                  <a:pt x="167140" y="288918"/>
                  <a:pt x="132540" y="254225"/>
                </a:cubicBezTo>
                <a:close/>
              </a:path>
            </a:pathLst>
          </a:custGeom>
          <a:solidFill>
            <a:schemeClr val="tx2"/>
          </a:solidFill>
          <a:ln w="1587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71768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Placeholder 19" descr="dashboard_elite_full.png"/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t="18946" b="18946"/>
          <a:stretch>
            <a:fillRect/>
          </a:stretch>
        </p:blipFill>
        <p:spPr/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9A512B1-E9C1-8CE5-C241-9A40D5EE271B}"/>
              </a:ext>
            </a:extLst>
          </p:cNvPr>
          <p:cNvSpPr txBox="1"/>
          <p:nvPr/>
        </p:nvSpPr>
        <p:spPr>
          <a:xfrm>
            <a:off x="593141" y="1222103"/>
            <a:ext cx="528675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¿Tu academia aún funciona con Excel?</a:t>
            </a:r>
            <a:r>
              <a:rPr lang="en-US" sz="5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/>
            </a:r>
            <a:endParaRPr lang="en-ID" sz="5400" b="1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E360DF9-B67E-2F98-2C82-35F5B00BE8C9}"/>
              </a:ext>
            </a:extLst>
          </p:cNvPr>
          <p:cNvSpPr txBox="1"/>
          <p:nvPr/>
        </p:nvSpPr>
        <p:spPr>
          <a:xfrm>
            <a:off x="593140" y="5493886"/>
            <a:ext cx="2846106" cy="9593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Alumnos en una hoja, clases en otra, cobros en una libreta… Si alguien toca la fórmula equivocada, pierdes los datos del mes.</a:t>
            </a:r>
            <a:endParaRPr lang="en-ID" sz="1200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</p:txBody>
      </p:sp>
      <p:sp>
        <p:nvSpPr>
          <p:cNvPr id="9" name="Star: 24 Points 8">
            <a:extLst>
              <a:ext uri="{FF2B5EF4-FFF2-40B4-BE49-F238E27FC236}">
                <a16:creationId xmlns:a16="http://schemas.microsoft.com/office/drawing/2014/main" id="{6240F0E5-6EC7-337B-B3C2-57A73F49AE90}"/>
              </a:ext>
            </a:extLst>
          </p:cNvPr>
          <p:cNvSpPr/>
          <p:nvPr/>
        </p:nvSpPr>
        <p:spPr>
          <a:xfrm>
            <a:off x="3516672" y="4055425"/>
            <a:ext cx="953188" cy="953188"/>
          </a:xfrm>
          <a:prstGeom prst="star24">
            <a:avLst>
              <a:gd name="adj" fmla="val 45833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1" name="Graphic 9">
            <a:extLst>
              <a:ext uri="{FF2B5EF4-FFF2-40B4-BE49-F238E27FC236}">
                <a16:creationId xmlns:a16="http://schemas.microsoft.com/office/drawing/2014/main" id="{7A92250B-C6E8-A148-B756-175A4078B0E3}"/>
              </a:ext>
            </a:extLst>
          </p:cNvPr>
          <p:cNvSpPr/>
          <p:nvPr/>
        </p:nvSpPr>
        <p:spPr>
          <a:xfrm>
            <a:off x="3800789" y="4338040"/>
            <a:ext cx="386748" cy="386748"/>
          </a:xfrm>
          <a:custGeom>
            <a:avLst/>
            <a:gdLst>
              <a:gd name="connsiteX0" fmla="*/ 211479 w 386748"/>
              <a:gd name="connsiteY0" fmla="*/ 178 h 386748"/>
              <a:gd name="connsiteX1" fmla="*/ 386587 w 386748"/>
              <a:gd name="connsiteY1" fmla="*/ 175286 h 386748"/>
              <a:gd name="connsiteX2" fmla="*/ 254872 w 386748"/>
              <a:gd name="connsiteY2" fmla="*/ 131893 h 386748"/>
              <a:gd name="connsiteX3" fmla="*/ 211479 w 386748"/>
              <a:gd name="connsiteY3" fmla="*/ 178 h 386748"/>
              <a:gd name="connsiteX4" fmla="*/ 364114 w 386748"/>
              <a:gd name="connsiteY4" fmla="*/ 209554 h 386748"/>
              <a:gd name="connsiteX5" fmla="*/ 177499 w 386748"/>
              <a:gd name="connsiteY5" fmla="*/ 23107 h 386748"/>
              <a:gd name="connsiteX6" fmla="*/ 178926 w 386748"/>
              <a:gd name="connsiteY6" fmla="*/ 0 h 386748"/>
              <a:gd name="connsiteX7" fmla="*/ 0 w 386748"/>
              <a:gd name="connsiteY7" fmla="*/ 179201 h 386748"/>
              <a:gd name="connsiteX8" fmla="*/ 207562 w 386748"/>
              <a:gd name="connsiteY8" fmla="*/ 336156 h 386748"/>
              <a:gd name="connsiteX9" fmla="*/ 207564 w 386748"/>
              <a:gd name="connsiteY9" fmla="*/ 386749 h 386748"/>
              <a:gd name="connsiteX10" fmla="*/ 386749 w 386748"/>
              <a:gd name="connsiteY10" fmla="*/ 208033 h 386748"/>
              <a:gd name="connsiteX11" fmla="*/ 364114 w 386748"/>
              <a:gd name="connsiteY11" fmla="*/ 209554 h 386748"/>
              <a:gd name="connsiteX12" fmla="*/ 132540 w 386748"/>
              <a:gd name="connsiteY12" fmla="*/ 254225 h 386748"/>
              <a:gd name="connsiteX13" fmla="*/ 210 w 386748"/>
              <a:gd name="connsiteY13" fmla="*/ 211754 h 386748"/>
              <a:gd name="connsiteX14" fmla="*/ 174946 w 386748"/>
              <a:gd name="connsiteY14" fmla="*/ 386490 h 386748"/>
              <a:gd name="connsiteX15" fmla="*/ 132540 w 386748"/>
              <a:gd name="connsiteY15" fmla="*/ 254225 h 3867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386748" h="386748">
                <a:moveTo>
                  <a:pt x="211479" y="178"/>
                </a:moveTo>
                <a:cubicBezTo>
                  <a:pt x="304411" y="8741"/>
                  <a:pt x="378023" y="82354"/>
                  <a:pt x="386587" y="175286"/>
                </a:cubicBezTo>
                <a:cubicBezTo>
                  <a:pt x="338289" y="182481"/>
                  <a:pt x="289435" y="166386"/>
                  <a:pt x="254872" y="131893"/>
                </a:cubicBezTo>
                <a:cubicBezTo>
                  <a:pt x="220369" y="97334"/>
                  <a:pt x="204274" y="48477"/>
                  <a:pt x="211479" y="178"/>
                </a:cubicBezTo>
                <a:close/>
                <a:moveTo>
                  <a:pt x="364114" y="209554"/>
                </a:moveTo>
                <a:cubicBezTo>
                  <a:pt x="261096" y="209599"/>
                  <a:pt x="177546" y="126125"/>
                  <a:pt x="177499" y="23107"/>
                </a:cubicBezTo>
                <a:cubicBezTo>
                  <a:pt x="177496" y="15382"/>
                  <a:pt x="177973" y="7665"/>
                  <a:pt x="178926" y="0"/>
                </a:cubicBezTo>
                <a:cubicBezTo>
                  <a:pt x="82993" y="6869"/>
                  <a:pt x="6722" y="83257"/>
                  <a:pt x="0" y="179201"/>
                </a:cubicBezTo>
                <a:cubicBezTo>
                  <a:pt x="100659" y="165227"/>
                  <a:pt x="193586" y="235499"/>
                  <a:pt x="207562" y="336156"/>
                </a:cubicBezTo>
                <a:cubicBezTo>
                  <a:pt x="209892" y="352941"/>
                  <a:pt x="209892" y="369964"/>
                  <a:pt x="207564" y="386749"/>
                </a:cubicBezTo>
                <a:cubicBezTo>
                  <a:pt x="303437" y="380052"/>
                  <a:pt x="379801" y="303888"/>
                  <a:pt x="386749" y="208033"/>
                </a:cubicBezTo>
                <a:cubicBezTo>
                  <a:pt x="379242" y="208997"/>
                  <a:pt x="371683" y="209505"/>
                  <a:pt x="364114" y="209554"/>
                </a:cubicBezTo>
                <a:close/>
                <a:moveTo>
                  <a:pt x="132540" y="254225"/>
                </a:moveTo>
                <a:cubicBezTo>
                  <a:pt x="97838" y="219593"/>
                  <a:pt x="48585" y="203786"/>
                  <a:pt x="210" y="211754"/>
                </a:cubicBezTo>
                <a:cubicBezTo>
                  <a:pt x="8932" y="304406"/>
                  <a:pt x="82295" y="377768"/>
                  <a:pt x="174946" y="386490"/>
                </a:cubicBezTo>
                <a:cubicBezTo>
                  <a:pt x="182923" y="338146"/>
                  <a:pt x="167140" y="288918"/>
                  <a:pt x="132540" y="254225"/>
                </a:cubicBezTo>
                <a:close/>
              </a:path>
            </a:pathLst>
          </a:custGeom>
          <a:solidFill>
            <a:schemeClr val="bg2"/>
          </a:solidFill>
          <a:ln w="1587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062B0756-5EDC-49F1-B75B-A778F7B2D612}"/>
              </a:ext>
            </a:extLst>
          </p:cNvPr>
          <p:cNvSpPr/>
          <p:nvPr/>
        </p:nvSpPr>
        <p:spPr>
          <a:xfrm>
            <a:off x="8171982" y="1289651"/>
            <a:ext cx="3182781" cy="2902119"/>
          </a:xfrm>
          <a:prstGeom prst="roundRect">
            <a:avLst>
              <a:gd name="adj" fmla="val 5383"/>
            </a:avLst>
          </a:prstGeom>
          <a:solidFill>
            <a:schemeClr val="tx1"/>
          </a:solidFill>
          <a:ln>
            <a:noFill/>
          </a:ln>
          <a:effectLst>
            <a:outerShdw blurRad="520700" sx="103000" sy="103000" algn="ctr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3BDF349-C192-AF1E-C2CE-0174A5975D30}"/>
              </a:ext>
            </a:extLst>
          </p:cNvPr>
          <p:cNvSpPr txBox="1"/>
          <p:nvPr/>
        </p:nvSpPr>
        <p:spPr>
          <a:xfrm>
            <a:off x="8407683" y="1525458"/>
            <a:ext cx="219472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chemeClr val="accent2"/>
                </a:solidFill>
                <a:latin typeface="+mj-lt"/>
              </a:rPr>
              <a:t>73%</a:t>
            </a:r>
            <a:endParaRPr lang="en-ID" sz="4000" dirty="0">
              <a:solidFill>
                <a:schemeClr val="accent2"/>
              </a:solidFill>
              <a:latin typeface="+mj-lt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CD75395-8592-E8FC-0B96-FE61EDAF1929}"/>
              </a:ext>
            </a:extLst>
          </p:cNvPr>
          <p:cNvSpPr txBox="1"/>
          <p:nvPr/>
        </p:nvSpPr>
        <p:spPr>
          <a:xfrm>
            <a:off x="8407683" y="2976429"/>
            <a:ext cx="231047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2"/>
                </a:solidFill>
              </a:rPr>
              <a:t>de clubes tienen errores cada mes en sus hojas de cálculo</a:t>
            </a:r>
            <a:r>
              <a:rPr lang="en-US" sz="2000" b="1" dirty="0">
                <a:solidFill>
                  <a:schemeClr val="bg2"/>
                </a:solidFill>
              </a:rPr>
              <a:t/>
            </a:r>
            <a:r>
              <a:rPr lang="en-US" sz="2000" dirty="0">
                <a:solidFill>
                  <a:schemeClr val="bg2"/>
                </a:solidFill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39057201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Placeholder 18" descr="planes.png"/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l="10968" r="10968"/>
          <a:stretch>
            <a:fillRect/>
          </a:stretch>
        </p:blipFill>
        <p:spPr/>
      </p:pic>
      <p:pic>
        <p:nvPicPr>
          <p:cNvPr id="21" name="Picture Placeholder 20" descr="dashboard_club.png"/>
          <p:cNvPicPr>
            <a:picLocks noGrp="1" noChangeAspect="1"/>
          </p:cNvPicPr>
          <p:nvPr>
            <p:ph type="pic" sz="quarter" idx="11"/>
          </p:nvPr>
        </p:nvPicPr>
        <p:blipFill>
          <a:blip r:embed="rId3"/>
          <a:srcRect t="7877" b="7877"/>
          <a:stretch>
            <a:fillRect/>
          </a:stretch>
        </p:blipFill>
        <p:spPr/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114E1FC-27EE-1827-9E00-5BC5873A2733}"/>
              </a:ext>
            </a:extLst>
          </p:cNvPr>
          <p:cNvSpPr txBox="1"/>
          <p:nvPr/>
        </p:nvSpPr>
        <p:spPr>
          <a:xfrm>
            <a:off x="612474" y="1156476"/>
            <a:ext cx="5483526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Todo tu club en una sola pantalla</a:t>
            </a:r>
            <a:endParaRPr lang="en-ID" sz="4400" b="1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B8F8F54-8FE9-0985-324A-5575C94A989F}"/>
              </a:ext>
            </a:extLst>
          </p:cNvPr>
          <p:cNvSpPr txBox="1"/>
          <p:nvPr/>
        </p:nvSpPr>
        <p:spPr>
          <a:xfrm>
            <a:off x="612474" y="3384390"/>
            <a:ext cx="3990392" cy="7377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Alumnos, clases, pagos, calendario y comunicación. Sin complicaciones, sin fórmulas, sin errores.</a:t>
            </a:r>
            <a:endParaRPr lang="en-ID" sz="1200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</p:txBody>
      </p:sp>
      <p:sp>
        <p:nvSpPr>
          <p:cNvPr id="8" name="Star: 24 Points 7">
            <a:extLst>
              <a:ext uri="{FF2B5EF4-FFF2-40B4-BE49-F238E27FC236}">
                <a16:creationId xmlns:a16="http://schemas.microsoft.com/office/drawing/2014/main" id="{7A63D618-D38C-3168-3D48-87F2927BD6C0}"/>
              </a:ext>
            </a:extLst>
          </p:cNvPr>
          <p:cNvSpPr/>
          <p:nvPr/>
        </p:nvSpPr>
        <p:spPr>
          <a:xfrm>
            <a:off x="6564181" y="3875486"/>
            <a:ext cx="953188" cy="953188"/>
          </a:xfrm>
          <a:prstGeom prst="star24">
            <a:avLst>
              <a:gd name="adj" fmla="val 45833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9" name="Graphic 9">
            <a:extLst>
              <a:ext uri="{FF2B5EF4-FFF2-40B4-BE49-F238E27FC236}">
                <a16:creationId xmlns:a16="http://schemas.microsoft.com/office/drawing/2014/main" id="{741BDB79-79B2-CE41-08E4-06AEABEF907A}"/>
              </a:ext>
            </a:extLst>
          </p:cNvPr>
          <p:cNvSpPr/>
          <p:nvPr/>
        </p:nvSpPr>
        <p:spPr>
          <a:xfrm>
            <a:off x="6848298" y="4158101"/>
            <a:ext cx="386748" cy="386748"/>
          </a:xfrm>
          <a:custGeom>
            <a:avLst/>
            <a:gdLst>
              <a:gd name="connsiteX0" fmla="*/ 211479 w 386748"/>
              <a:gd name="connsiteY0" fmla="*/ 178 h 386748"/>
              <a:gd name="connsiteX1" fmla="*/ 386587 w 386748"/>
              <a:gd name="connsiteY1" fmla="*/ 175286 h 386748"/>
              <a:gd name="connsiteX2" fmla="*/ 254872 w 386748"/>
              <a:gd name="connsiteY2" fmla="*/ 131893 h 386748"/>
              <a:gd name="connsiteX3" fmla="*/ 211479 w 386748"/>
              <a:gd name="connsiteY3" fmla="*/ 178 h 386748"/>
              <a:gd name="connsiteX4" fmla="*/ 364114 w 386748"/>
              <a:gd name="connsiteY4" fmla="*/ 209554 h 386748"/>
              <a:gd name="connsiteX5" fmla="*/ 177499 w 386748"/>
              <a:gd name="connsiteY5" fmla="*/ 23107 h 386748"/>
              <a:gd name="connsiteX6" fmla="*/ 178926 w 386748"/>
              <a:gd name="connsiteY6" fmla="*/ 0 h 386748"/>
              <a:gd name="connsiteX7" fmla="*/ 0 w 386748"/>
              <a:gd name="connsiteY7" fmla="*/ 179201 h 386748"/>
              <a:gd name="connsiteX8" fmla="*/ 207562 w 386748"/>
              <a:gd name="connsiteY8" fmla="*/ 336156 h 386748"/>
              <a:gd name="connsiteX9" fmla="*/ 207564 w 386748"/>
              <a:gd name="connsiteY9" fmla="*/ 386749 h 386748"/>
              <a:gd name="connsiteX10" fmla="*/ 386749 w 386748"/>
              <a:gd name="connsiteY10" fmla="*/ 208033 h 386748"/>
              <a:gd name="connsiteX11" fmla="*/ 364114 w 386748"/>
              <a:gd name="connsiteY11" fmla="*/ 209554 h 386748"/>
              <a:gd name="connsiteX12" fmla="*/ 132540 w 386748"/>
              <a:gd name="connsiteY12" fmla="*/ 254225 h 386748"/>
              <a:gd name="connsiteX13" fmla="*/ 210 w 386748"/>
              <a:gd name="connsiteY13" fmla="*/ 211754 h 386748"/>
              <a:gd name="connsiteX14" fmla="*/ 174946 w 386748"/>
              <a:gd name="connsiteY14" fmla="*/ 386490 h 386748"/>
              <a:gd name="connsiteX15" fmla="*/ 132540 w 386748"/>
              <a:gd name="connsiteY15" fmla="*/ 254225 h 3867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386748" h="386748">
                <a:moveTo>
                  <a:pt x="211479" y="178"/>
                </a:moveTo>
                <a:cubicBezTo>
                  <a:pt x="304411" y="8741"/>
                  <a:pt x="378023" y="82354"/>
                  <a:pt x="386587" y="175286"/>
                </a:cubicBezTo>
                <a:cubicBezTo>
                  <a:pt x="338289" y="182481"/>
                  <a:pt x="289435" y="166386"/>
                  <a:pt x="254872" y="131893"/>
                </a:cubicBezTo>
                <a:cubicBezTo>
                  <a:pt x="220369" y="97334"/>
                  <a:pt x="204274" y="48477"/>
                  <a:pt x="211479" y="178"/>
                </a:cubicBezTo>
                <a:close/>
                <a:moveTo>
                  <a:pt x="364114" y="209554"/>
                </a:moveTo>
                <a:cubicBezTo>
                  <a:pt x="261096" y="209599"/>
                  <a:pt x="177546" y="126125"/>
                  <a:pt x="177499" y="23107"/>
                </a:cubicBezTo>
                <a:cubicBezTo>
                  <a:pt x="177496" y="15382"/>
                  <a:pt x="177973" y="7665"/>
                  <a:pt x="178926" y="0"/>
                </a:cubicBezTo>
                <a:cubicBezTo>
                  <a:pt x="82993" y="6869"/>
                  <a:pt x="6722" y="83257"/>
                  <a:pt x="0" y="179201"/>
                </a:cubicBezTo>
                <a:cubicBezTo>
                  <a:pt x="100659" y="165227"/>
                  <a:pt x="193586" y="235499"/>
                  <a:pt x="207562" y="336156"/>
                </a:cubicBezTo>
                <a:cubicBezTo>
                  <a:pt x="209892" y="352941"/>
                  <a:pt x="209892" y="369964"/>
                  <a:pt x="207564" y="386749"/>
                </a:cubicBezTo>
                <a:cubicBezTo>
                  <a:pt x="303437" y="380052"/>
                  <a:pt x="379801" y="303888"/>
                  <a:pt x="386749" y="208033"/>
                </a:cubicBezTo>
                <a:cubicBezTo>
                  <a:pt x="379242" y="208997"/>
                  <a:pt x="371683" y="209505"/>
                  <a:pt x="364114" y="209554"/>
                </a:cubicBezTo>
                <a:close/>
                <a:moveTo>
                  <a:pt x="132540" y="254225"/>
                </a:moveTo>
                <a:cubicBezTo>
                  <a:pt x="97838" y="219593"/>
                  <a:pt x="48585" y="203786"/>
                  <a:pt x="210" y="211754"/>
                </a:cubicBezTo>
                <a:cubicBezTo>
                  <a:pt x="8932" y="304406"/>
                  <a:pt x="82295" y="377768"/>
                  <a:pt x="174946" y="386490"/>
                </a:cubicBezTo>
                <a:cubicBezTo>
                  <a:pt x="182923" y="338146"/>
                  <a:pt x="167140" y="288918"/>
                  <a:pt x="132540" y="254225"/>
                </a:cubicBezTo>
                <a:close/>
              </a:path>
            </a:pathLst>
          </a:custGeom>
          <a:solidFill>
            <a:schemeClr val="bg2"/>
          </a:solidFill>
          <a:ln w="15875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6C6C29F-406B-D715-ED2C-6D0B7A151E33}"/>
              </a:ext>
            </a:extLst>
          </p:cNvPr>
          <p:cNvSpPr txBox="1"/>
          <p:nvPr/>
        </p:nvSpPr>
        <p:spPr>
          <a:xfrm>
            <a:off x="976784" y="5714524"/>
            <a:ext cx="184498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SI SABES USAR WHATSAPP, SABES USAR ACADEMIA PÁDEL</a:t>
            </a:r>
            <a:endParaRPr lang="en-ID" sz="1400" dirty="0">
              <a:solidFill>
                <a:schemeClr val="tx2">
                  <a:lumMod val="75000"/>
                  <a:lumOff val="25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0623732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Picture Placeholder 26" descr="alumnos.png"/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l="21575" r="21575"/>
          <a:stretch>
            <a:fillRect/>
          </a:stretch>
        </p:blipFill>
        <p:spPr/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BF9C174-944E-91DE-A13B-D0982F15B998}"/>
              </a:ext>
            </a:extLst>
          </p:cNvPr>
          <p:cNvSpPr txBox="1"/>
          <p:nvPr/>
        </p:nvSpPr>
        <p:spPr>
          <a:xfrm>
            <a:off x="612474" y="1156476"/>
            <a:ext cx="4491961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El pádel no para de crecer. Tu gestión también debe hacerlo</a:t>
            </a:r>
            <a:endParaRPr lang="en-ID" sz="4400" b="1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3E26F68-B294-F3B7-E82A-2C285A59581E}"/>
              </a:ext>
            </a:extLst>
          </p:cNvPr>
          <p:cNvSpPr txBox="1"/>
          <p:nvPr/>
        </p:nvSpPr>
        <p:spPr>
          <a:xfrm>
            <a:off x="612473" y="3449498"/>
            <a:ext cx="5297061" cy="7389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Más de 8 millones de jugadores en España. Las academias que digitalizan su gestión retienen un 30% más de alumnos.</a:t>
            </a:r>
            <a:endParaRPr lang="en-ID" sz="1200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0E0F5B3-B511-D38C-2A06-1D48AC9F67EE}"/>
              </a:ext>
            </a:extLst>
          </p:cNvPr>
          <p:cNvSpPr/>
          <p:nvPr/>
        </p:nvSpPr>
        <p:spPr>
          <a:xfrm>
            <a:off x="6809591" y="3086178"/>
            <a:ext cx="3182781" cy="2902119"/>
          </a:xfrm>
          <a:prstGeom prst="roundRect">
            <a:avLst>
              <a:gd name="adj" fmla="val 3020"/>
            </a:avLst>
          </a:prstGeom>
          <a:solidFill>
            <a:schemeClr val="bg1"/>
          </a:solidFill>
          <a:ln>
            <a:noFill/>
          </a:ln>
          <a:effectLst>
            <a:outerShdw blurRad="520700" sx="103000" sy="103000" algn="ctr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4A5A0C3-60D3-3EAE-458B-F9B4043FCD29}"/>
              </a:ext>
            </a:extLst>
          </p:cNvPr>
          <p:cNvSpPr txBox="1"/>
          <p:nvPr/>
        </p:nvSpPr>
        <p:spPr>
          <a:xfrm>
            <a:off x="7045292" y="3321985"/>
            <a:ext cx="219472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chemeClr val="tx2">
                    <a:lumMod val="75000"/>
                    <a:lumOff val="25000"/>
                  </a:schemeClr>
                </a:solidFill>
                <a:latin typeface="+mj-lt"/>
              </a:rPr>
              <a:t>+5h</a:t>
            </a:r>
            <a:endParaRPr lang="en-ID" sz="4000" dirty="0">
              <a:solidFill>
                <a:schemeClr val="tx2">
                  <a:lumMod val="75000"/>
                  <a:lumOff val="25000"/>
                </a:schemeClr>
              </a:solidFill>
              <a:latin typeface="+mj-l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BCD6897-D38C-585E-ED48-865ADECA5DF8}"/>
              </a:ext>
            </a:extLst>
          </p:cNvPr>
          <p:cNvSpPr txBox="1"/>
          <p:nvPr/>
        </p:nvSpPr>
        <p:spPr>
          <a:xfrm>
            <a:off x="7045292" y="4772956"/>
            <a:ext cx="231047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horas libres a la semana para dedicar a tus alumnos</a:t>
            </a:r>
            <a:r>
              <a:rPr lang="en-US" sz="20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/>
            </a:r>
            <a:r>
              <a:rPr lang="en-US" sz="20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/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9828928F-A335-0022-DEBA-B9454C66DAC8}"/>
              </a:ext>
            </a:extLst>
          </p:cNvPr>
          <p:cNvSpPr/>
          <p:nvPr/>
        </p:nvSpPr>
        <p:spPr>
          <a:xfrm>
            <a:off x="683594" y="4582757"/>
            <a:ext cx="2430446" cy="1405540"/>
          </a:xfrm>
          <a:prstGeom prst="roundRect">
            <a:avLst>
              <a:gd name="adj" fmla="val 5383"/>
            </a:avLst>
          </a:prstGeom>
          <a:solidFill>
            <a:schemeClr val="accent1"/>
          </a:solidFill>
          <a:ln>
            <a:noFill/>
          </a:ln>
          <a:effectLst>
            <a:outerShdw blurRad="520700" sx="103000" sy="103000" algn="ctr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344D84D-9AFC-B9A8-FDBA-0507B6DA2FDB}"/>
              </a:ext>
            </a:extLst>
          </p:cNvPr>
          <p:cNvSpPr txBox="1"/>
          <p:nvPr/>
        </p:nvSpPr>
        <p:spPr>
          <a:xfrm>
            <a:off x="834126" y="5373872"/>
            <a:ext cx="21681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2"/>
                </a:solidFill>
              </a:rPr>
              <a:t>Sin instalación, sin cursos. Funcionando en 5 minutos.</a:t>
            </a:r>
            <a:endParaRPr lang="en-ID" sz="1200" dirty="0">
              <a:solidFill>
                <a:schemeClr val="bg2"/>
              </a:solidFill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103A9272-2DAC-6188-B73A-2F959EAB0D05}"/>
              </a:ext>
            </a:extLst>
          </p:cNvPr>
          <p:cNvSpPr/>
          <p:nvPr/>
        </p:nvSpPr>
        <p:spPr>
          <a:xfrm>
            <a:off x="916940" y="4772956"/>
            <a:ext cx="367705" cy="367705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E95C6A83-CC1B-83D9-A1B1-D800E6F25D05}"/>
              </a:ext>
            </a:extLst>
          </p:cNvPr>
          <p:cNvSpPr/>
          <p:nvPr/>
        </p:nvSpPr>
        <p:spPr>
          <a:xfrm>
            <a:off x="3387643" y="4582757"/>
            <a:ext cx="2430446" cy="1405540"/>
          </a:xfrm>
          <a:prstGeom prst="roundRect">
            <a:avLst>
              <a:gd name="adj" fmla="val 5383"/>
            </a:avLst>
          </a:prstGeom>
          <a:solidFill>
            <a:schemeClr val="accent2"/>
          </a:solidFill>
          <a:ln>
            <a:noFill/>
          </a:ln>
          <a:effectLst>
            <a:outerShdw blurRad="520700" sx="103000" sy="103000" algn="ctr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C328794-AB4D-681A-875E-FE96E13F1999}"/>
              </a:ext>
            </a:extLst>
          </p:cNvPr>
          <p:cNvSpPr txBox="1"/>
          <p:nvPr/>
        </p:nvSpPr>
        <p:spPr>
          <a:xfrm>
            <a:off x="3538175" y="5373872"/>
            <a:ext cx="21681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Sin instalación, sin cursos. Funcionando en 5 minutos.</a:t>
            </a:r>
            <a:endParaRPr lang="en-ID" sz="1200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FCC356D5-614D-E9DF-D5EF-7B80B796E081}"/>
              </a:ext>
            </a:extLst>
          </p:cNvPr>
          <p:cNvSpPr/>
          <p:nvPr/>
        </p:nvSpPr>
        <p:spPr>
          <a:xfrm>
            <a:off x="3620989" y="4772956"/>
            <a:ext cx="367705" cy="367705"/>
          </a:xfrm>
          <a:prstGeom prst="round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4" name="Graphic 21">
            <a:extLst>
              <a:ext uri="{FF2B5EF4-FFF2-40B4-BE49-F238E27FC236}">
                <a16:creationId xmlns:a16="http://schemas.microsoft.com/office/drawing/2014/main" id="{A4D7499E-BD4A-EAD4-CE50-B1DF6E923BB9}"/>
              </a:ext>
            </a:extLst>
          </p:cNvPr>
          <p:cNvSpPr/>
          <p:nvPr/>
        </p:nvSpPr>
        <p:spPr>
          <a:xfrm>
            <a:off x="1022342" y="4878328"/>
            <a:ext cx="156602" cy="156746"/>
          </a:xfrm>
          <a:custGeom>
            <a:avLst/>
            <a:gdLst>
              <a:gd name="connsiteX0" fmla="*/ 71754 w 156602"/>
              <a:gd name="connsiteY0" fmla="*/ 29557 h 156746"/>
              <a:gd name="connsiteX1" fmla="*/ 65263 w 156602"/>
              <a:gd name="connsiteY1" fmla="*/ 7117 h 156746"/>
              <a:gd name="connsiteX2" fmla="*/ 138687 w 156602"/>
              <a:gd name="connsiteY2" fmla="*/ 18069 h 156746"/>
              <a:gd name="connsiteX3" fmla="*/ 156554 w 156602"/>
              <a:gd name="connsiteY3" fmla="*/ 63855 h 156746"/>
              <a:gd name="connsiteX4" fmla="*/ 136195 w 156602"/>
              <a:gd name="connsiteY4" fmla="*/ 110280 h 156746"/>
              <a:gd name="connsiteX5" fmla="*/ 119085 w 156602"/>
              <a:gd name="connsiteY5" fmla="*/ 123085 h 156746"/>
              <a:gd name="connsiteX6" fmla="*/ 57318 w 156602"/>
              <a:gd name="connsiteY6" fmla="*/ 61344 h 156746"/>
              <a:gd name="connsiteX7" fmla="*/ 71754 w 156602"/>
              <a:gd name="connsiteY7" fmla="*/ 29557 h 156746"/>
              <a:gd name="connsiteX8" fmla="*/ 58708 w 156602"/>
              <a:gd name="connsiteY8" fmla="*/ 29557 h 156746"/>
              <a:gd name="connsiteX9" fmla="*/ 29354 w 156602"/>
              <a:gd name="connsiteY9" fmla="*/ 203 h 156746"/>
              <a:gd name="connsiteX10" fmla="*/ 0 w 156602"/>
              <a:gd name="connsiteY10" fmla="*/ 29557 h 156746"/>
              <a:gd name="connsiteX11" fmla="*/ 29354 w 156602"/>
              <a:gd name="connsiteY11" fmla="*/ 58910 h 156746"/>
              <a:gd name="connsiteX12" fmla="*/ 58708 w 156602"/>
              <a:gd name="connsiteY12" fmla="*/ 29557 h 156746"/>
              <a:gd name="connsiteX13" fmla="*/ 46046 w 156602"/>
              <a:gd name="connsiteY13" fmla="*/ 68519 h 156746"/>
              <a:gd name="connsiteX14" fmla="*/ 29354 w 156602"/>
              <a:gd name="connsiteY14" fmla="*/ 71957 h 156746"/>
              <a:gd name="connsiteX15" fmla="*/ 26295 w 156602"/>
              <a:gd name="connsiteY15" fmla="*/ 71800 h 156746"/>
              <a:gd name="connsiteX16" fmla="*/ 29556 w 156602"/>
              <a:gd name="connsiteY16" fmla="*/ 88408 h 156746"/>
              <a:gd name="connsiteX17" fmla="*/ 33144 w 156602"/>
              <a:gd name="connsiteY17" fmla="*/ 98049 h 156746"/>
              <a:gd name="connsiteX18" fmla="*/ 32615 w 156602"/>
              <a:gd name="connsiteY18" fmla="*/ 101819 h 156746"/>
              <a:gd name="connsiteX19" fmla="*/ 7736 w 156602"/>
              <a:gd name="connsiteY19" fmla="*/ 119197 h 156746"/>
              <a:gd name="connsiteX20" fmla="*/ 7736 w 156602"/>
              <a:gd name="connsiteY20" fmla="*/ 119288 h 156746"/>
              <a:gd name="connsiteX21" fmla="*/ 4789 w 156602"/>
              <a:gd name="connsiteY21" fmla="*/ 149013 h 156746"/>
              <a:gd name="connsiteX22" fmla="*/ 34514 w 156602"/>
              <a:gd name="connsiteY22" fmla="*/ 151960 h 156746"/>
              <a:gd name="connsiteX23" fmla="*/ 37964 w 156602"/>
              <a:gd name="connsiteY23" fmla="*/ 148375 h 156746"/>
              <a:gd name="connsiteX24" fmla="*/ 38030 w 156602"/>
              <a:gd name="connsiteY24" fmla="*/ 148414 h 156746"/>
              <a:gd name="connsiteX25" fmla="*/ 54794 w 156602"/>
              <a:gd name="connsiteY25" fmla="*/ 124141 h 156746"/>
              <a:gd name="connsiteX26" fmla="*/ 58708 w 156602"/>
              <a:gd name="connsiteY26" fmla="*/ 123365 h 156746"/>
              <a:gd name="connsiteX27" fmla="*/ 88153 w 156602"/>
              <a:gd name="connsiteY27" fmla="*/ 130619 h 156746"/>
              <a:gd name="connsiteX28" fmla="*/ 105928 w 156602"/>
              <a:gd name="connsiteY28" fmla="*/ 128401 h 1567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56602" h="156746">
                <a:moveTo>
                  <a:pt x="71754" y="29557"/>
                </a:moveTo>
                <a:cubicBezTo>
                  <a:pt x="71752" y="21614"/>
                  <a:pt x="69502" y="13834"/>
                  <a:pt x="65263" y="7117"/>
                </a:cubicBezTo>
                <a:cubicBezTo>
                  <a:pt x="89533" y="-5481"/>
                  <a:pt x="119151" y="-1064"/>
                  <a:pt x="138687" y="18069"/>
                </a:cubicBezTo>
                <a:cubicBezTo>
                  <a:pt x="150760" y="30176"/>
                  <a:pt x="157236" y="46771"/>
                  <a:pt x="156554" y="63855"/>
                </a:cubicBezTo>
                <a:cubicBezTo>
                  <a:pt x="155955" y="81364"/>
                  <a:pt x="148670" y="97978"/>
                  <a:pt x="136195" y="110280"/>
                </a:cubicBezTo>
                <a:cubicBezTo>
                  <a:pt x="131150" y="115363"/>
                  <a:pt x="125385" y="119677"/>
                  <a:pt x="119085" y="123085"/>
                </a:cubicBezTo>
                <a:lnTo>
                  <a:pt x="57318" y="61344"/>
                </a:lnTo>
                <a:cubicBezTo>
                  <a:pt x="66485" y="53322"/>
                  <a:pt x="71746" y="41737"/>
                  <a:pt x="71754" y="29557"/>
                </a:cubicBezTo>
                <a:close/>
                <a:moveTo>
                  <a:pt x="58708" y="29557"/>
                </a:moveTo>
                <a:cubicBezTo>
                  <a:pt x="58708" y="13345"/>
                  <a:pt x="45566" y="203"/>
                  <a:pt x="29354" y="203"/>
                </a:cubicBezTo>
                <a:cubicBezTo>
                  <a:pt x="13142" y="203"/>
                  <a:pt x="0" y="13345"/>
                  <a:pt x="0" y="29557"/>
                </a:cubicBezTo>
                <a:cubicBezTo>
                  <a:pt x="0" y="45768"/>
                  <a:pt x="13142" y="58910"/>
                  <a:pt x="29354" y="58910"/>
                </a:cubicBezTo>
                <a:cubicBezTo>
                  <a:pt x="45558" y="58892"/>
                  <a:pt x="58690" y="45761"/>
                  <a:pt x="58708" y="29557"/>
                </a:cubicBezTo>
                <a:close/>
                <a:moveTo>
                  <a:pt x="46046" y="68519"/>
                </a:moveTo>
                <a:cubicBezTo>
                  <a:pt x="40774" y="70789"/>
                  <a:pt x="35094" y="71959"/>
                  <a:pt x="29354" y="71957"/>
                </a:cubicBezTo>
                <a:cubicBezTo>
                  <a:pt x="28323" y="71957"/>
                  <a:pt x="27306" y="71872"/>
                  <a:pt x="26295" y="71800"/>
                </a:cubicBezTo>
                <a:cubicBezTo>
                  <a:pt x="26612" y="77459"/>
                  <a:pt x="27710" y="83048"/>
                  <a:pt x="29556" y="88408"/>
                </a:cubicBezTo>
                <a:cubicBezTo>
                  <a:pt x="30492" y="91712"/>
                  <a:pt x="31692" y="94936"/>
                  <a:pt x="33144" y="98049"/>
                </a:cubicBezTo>
                <a:cubicBezTo>
                  <a:pt x="33833" y="99282"/>
                  <a:pt x="33617" y="100823"/>
                  <a:pt x="32615" y="101819"/>
                </a:cubicBezTo>
                <a:lnTo>
                  <a:pt x="7736" y="119197"/>
                </a:lnTo>
                <a:lnTo>
                  <a:pt x="7736" y="119288"/>
                </a:lnTo>
                <a:cubicBezTo>
                  <a:pt x="-1286" y="126683"/>
                  <a:pt x="-2605" y="139991"/>
                  <a:pt x="4789" y="149013"/>
                </a:cubicBezTo>
                <a:cubicBezTo>
                  <a:pt x="12184" y="158035"/>
                  <a:pt x="25492" y="159355"/>
                  <a:pt x="34514" y="151960"/>
                </a:cubicBezTo>
                <a:cubicBezTo>
                  <a:pt x="35801" y="150905"/>
                  <a:pt x="36960" y="149701"/>
                  <a:pt x="37964" y="148375"/>
                </a:cubicBezTo>
                <a:lnTo>
                  <a:pt x="38030" y="148414"/>
                </a:lnTo>
                <a:lnTo>
                  <a:pt x="54794" y="124141"/>
                </a:lnTo>
                <a:cubicBezTo>
                  <a:pt x="55770" y="123022"/>
                  <a:pt x="57379" y="122702"/>
                  <a:pt x="58708" y="123365"/>
                </a:cubicBezTo>
                <a:cubicBezTo>
                  <a:pt x="67824" y="128044"/>
                  <a:pt x="77907" y="130527"/>
                  <a:pt x="88153" y="130619"/>
                </a:cubicBezTo>
                <a:cubicBezTo>
                  <a:pt x="94155" y="130760"/>
                  <a:pt x="100145" y="130013"/>
                  <a:pt x="105928" y="128401"/>
                </a:cubicBezTo>
                <a:close/>
              </a:path>
            </a:pathLst>
          </a:custGeom>
          <a:solidFill>
            <a:schemeClr val="accent1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25" name="Graphic 22">
            <a:extLst>
              <a:ext uri="{FF2B5EF4-FFF2-40B4-BE49-F238E27FC236}">
                <a16:creationId xmlns:a16="http://schemas.microsoft.com/office/drawing/2014/main" id="{CBA3D9D1-AB3F-B40B-72A3-C8117AB65791}"/>
              </a:ext>
            </a:extLst>
          </p:cNvPr>
          <p:cNvSpPr/>
          <p:nvPr/>
        </p:nvSpPr>
        <p:spPr>
          <a:xfrm>
            <a:off x="3726870" y="4878844"/>
            <a:ext cx="155927" cy="155927"/>
          </a:xfrm>
          <a:custGeom>
            <a:avLst/>
            <a:gdLst>
              <a:gd name="connsiteX0" fmla="*/ 85263 w 155927"/>
              <a:gd name="connsiteY0" fmla="*/ 72 h 155927"/>
              <a:gd name="connsiteX1" fmla="*/ 155863 w 155927"/>
              <a:gd name="connsiteY1" fmla="*/ 70671 h 155927"/>
              <a:gd name="connsiteX2" fmla="*/ 102758 w 155927"/>
              <a:gd name="connsiteY2" fmla="*/ 53176 h 155927"/>
              <a:gd name="connsiteX3" fmla="*/ 85263 w 155927"/>
              <a:gd name="connsiteY3" fmla="*/ 72 h 155927"/>
              <a:gd name="connsiteX4" fmla="*/ 146802 w 155927"/>
              <a:gd name="connsiteY4" fmla="*/ 84487 h 155927"/>
              <a:gd name="connsiteX5" fmla="*/ 71563 w 155927"/>
              <a:gd name="connsiteY5" fmla="*/ 9316 h 155927"/>
              <a:gd name="connsiteX6" fmla="*/ 72139 w 155927"/>
              <a:gd name="connsiteY6" fmla="*/ 0 h 155927"/>
              <a:gd name="connsiteX7" fmla="*/ 0 w 155927"/>
              <a:gd name="connsiteY7" fmla="*/ 72250 h 155927"/>
              <a:gd name="connsiteX8" fmla="*/ 83684 w 155927"/>
              <a:gd name="connsiteY8" fmla="*/ 135530 h 155927"/>
              <a:gd name="connsiteX9" fmla="*/ 83685 w 155927"/>
              <a:gd name="connsiteY9" fmla="*/ 155928 h 155927"/>
              <a:gd name="connsiteX10" fmla="*/ 155928 w 155927"/>
              <a:gd name="connsiteY10" fmla="*/ 83874 h 155927"/>
              <a:gd name="connsiteX11" fmla="*/ 146802 w 155927"/>
              <a:gd name="connsiteY11" fmla="*/ 84487 h 155927"/>
              <a:gd name="connsiteX12" fmla="*/ 53437 w 155927"/>
              <a:gd name="connsiteY12" fmla="*/ 102497 h 155927"/>
              <a:gd name="connsiteX13" fmla="*/ 85 w 155927"/>
              <a:gd name="connsiteY13" fmla="*/ 85374 h 155927"/>
              <a:gd name="connsiteX14" fmla="*/ 70534 w 155927"/>
              <a:gd name="connsiteY14" fmla="*/ 155823 h 155927"/>
              <a:gd name="connsiteX15" fmla="*/ 53437 w 155927"/>
              <a:gd name="connsiteY15" fmla="*/ 102497 h 1559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55927" h="155927">
                <a:moveTo>
                  <a:pt x="85263" y="72"/>
                </a:moveTo>
                <a:cubicBezTo>
                  <a:pt x="122731" y="3524"/>
                  <a:pt x="152410" y="33203"/>
                  <a:pt x="155863" y="70671"/>
                </a:cubicBezTo>
                <a:cubicBezTo>
                  <a:pt x="136390" y="73572"/>
                  <a:pt x="116693" y="67083"/>
                  <a:pt x="102758" y="53176"/>
                </a:cubicBezTo>
                <a:cubicBezTo>
                  <a:pt x="88848" y="39243"/>
                  <a:pt x="82358" y="19545"/>
                  <a:pt x="85263" y="72"/>
                </a:cubicBezTo>
                <a:close/>
                <a:moveTo>
                  <a:pt x="146802" y="84487"/>
                </a:moveTo>
                <a:cubicBezTo>
                  <a:pt x="105268" y="84505"/>
                  <a:pt x="71582" y="50850"/>
                  <a:pt x="71563" y="9316"/>
                </a:cubicBezTo>
                <a:cubicBezTo>
                  <a:pt x="71562" y="6202"/>
                  <a:pt x="71755" y="3090"/>
                  <a:pt x="72139" y="0"/>
                </a:cubicBezTo>
                <a:cubicBezTo>
                  <a:pt x="33461" y="2769"/>
                  <a:pt x="2710" y="33567"/>
                  <a:pt x="0" y="72250"/>
                </a:cubicBezTo>
                <a:cubicBezTo>
                  <a:pt x="40583" y="66616"/>
                  <a:pt x="78049" y="94947"/>
                  <a:pt x="83684" y="135530"/>
                </a:cubicBezTo>
                <a:cubicBezTo>
                  <a:pt x="84623" y="142297"/>
                  <a:pt x="84623" y="149161"/>
                  <a:pt x="83685" y="155928"/>
                </a:cubicBezTo>
                <a:cubicBezTo>
                  <a:pt x="122338" y="153228"/>
                  <a:pt x="153127" y="122520"/>
                  <a:pt x="155928" y="83874"/>
                </a:cubicBezTo>
                <a:cubicBezTo>
                  <a:pt x="152901" y="84263"/>
                  <a:pt x="149853" y="84467"/>
                  <a:pt x="146802" y="84487"/>
                </a:cubicBezTo>
                <a:close/>
                <a:moveTo>
                  <a:pt x="53437" y="102497"/>
                </a:moveTo>
                <a:cubicBezTo>
                  <a:pt x="39446" y="88535"/>
                  <a:pt x="19588" y="82162"/>
                  <a:pt x="85" y="85374"/>
                </a:cubicBezTo>
                <a:cubicBezTo>
                  <a:pt x="3601" y="122729"/>
                  <a:pt x="33179" y="152307"/>
                  <a:pt x="70534" y="155823"/>
                </a:cubicBezTo>
                <a:cubicBezTo>
                  <a:pt x="73750" y="136332"/>
                  <a:pt x="67387" y="116485"/>
                  <a:pt x="53437" y="102497"/>
                </a:cubicBezTo>
                <a:close/>
              </a:path>
            </a:pathLst>
          </a:custGeom>
          <a:solidFill>
            <a:schemeClr val="accent2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4468568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Placeholder 24" descr="calendario.png"/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l="25949" r="25949"/>
          <a:stretch>
            <a:fillRect/>
          </a:stretch>
        </p:blipFill>
        <p:spPr/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AA525C4-8B48-5002-3115-5A3803E29084}"/>
              </a:ext>
            </a:extLst>
          </p:cNvPr>
          <p:cNvSpPr txBox="1"/>
          <p:nvPr/>
        </p:nvSpPr>
        <p:spPr>
          <a:xfrm>
            <a:off x="612474" y="1156476"/>
            <a:ext cx="5483526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Calendario semanal: todo de un vistazo</a:t>
            </a:r>
            <a:endParaRPr lang="en-ID" sz="4400" b="1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DED995D-4347-ED03-DA35-138424326C64}"/>
              </a:ext>
            </a:extLst>
          </p:cNvPr>
          <p:cNvSpPr txBox="1"/>
          <p:nvPr/>
        </p:nvSpPr>
        <p:spPr>
          <a:xfrm>
            <a:off x="612474" y="3849096"/>
            <a:ext cx="3990392" cy="7377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Ves todas las clases de la semana: quién da clase, en qué pista y a qué hora. El sistema evita solapamientos automáticamente.</a:t>
            </a:r>
            <a:endParaRPr lang="en-ID" sz="1200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2676EE3E-4BE1-C9EA-792B-1937D41F5A6D}"/>
              </a:ext>
            </a:extLst>
          </p:cNvPr>
          <p:cNvSpPr/>
          <p:nvPr/>
        </p:nvSpPr>
        <p:spPr>
          <a:xfrm>
            <a:off x="702317" y="4860549"/>
            <a:ext cx="2920560" cy="1405540"/>
          </a:xfrm>
          <a:prstGeom prst="roundRect">
            <a:avLst>
              <a:gd name="adj" fmla="val 5383"/>
            </a:avLst>
          </a:prstGeom>
          <a:solidFill>
            <a:schemeClr val="accent2"/>
          </a:solidFill>
          <a:ln>
            <a:noFill/>
          </a:ln>
          <a:effectLst>
            <a:outerShdw blurRad="520700" sx="103000" sy="103000" algn="ctr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77F4584-F080-5748-24F6-30D4011FED67}"/>
              </a:ext>
            </a:extLst>
          </p:cNvPr>
          <p:cNvSpPr txBox="1"/>
          <p:nvPr/>
        </p:nvSpPr>
        <p:spPr>
          <a:xfrm>
            <a:off x="852849" y="5651664"/>
            <a:ext cx="25848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Nunca más dobles reservas ni confusiones de horario.</a:t>
            </a:r>
            <a:endParaRPr lang="en-ID" sz="1200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48B7875C-1B44-A9B5-F3BB-F992F02714D3}"/>
              </a:ext>
            </a:extLst>
          </p:cNvPr>
          <p:cNvSpPr/>
          <p:nvPr/>
        </p:nvSpPr>
        <p:spPr>
          <a:xfrm>
            <a:off x="935663" y="5050748"/>
            <a:ext cx="367705" cy="367705"/>
          </a:xfrm>
          <a:prstGeom prst="round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A4FD59E-444B-BECF-E49B-2315519E23B2}"/>
              </a:ext>
            </a:extLst>
          </p:cNvPr>
          <p:cNvSpPr txBox="1"/>
          <p:nvPr/>
        </p:nvSpPr>
        <p:spPr>
          <a:xfrm>
            <a:off x="4858493" y="5423950"/>
            <a:ext cx="184498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NAVEGA ENTRE SEMANAS CON UN SOLO CLIC</a:t>
            </a:r>
            <a:endParaRPr lang="en-ID" sz="1400" dirty="0">
              <a:solidFill>
                <a:schemeClr val="tx2">
                  <a:lumMod val="75000"/>
                  <a:lumOff val="25000"/>
                </a:schemeClr>
              </a:solidFill>
              <a:latin typeface="+mj-lt"/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85393A0C-E112-A4D4-B193-F061B6FAF1FE}"/>
              </a:ext>
            </a:extLst>
          </p:cNvPr>
          <p:cNvGrpSpPr/>
          <p:nvPr/>
        </p:nvGrpSpPr>
        <p:grpSpPr>
          <a:xfrm>
            <a:off x="8775436" y="1265117"/>
            <a:ext cx="953188" cy="953188"/>
            <a:chOff x="4251368" y="1276451"/>
            <a:chExt cx="953188" cy="953188"/>
          </a:xfrm>
        </p:grpSpPr>
        <p:sp>
          <p:nvSpPr>
            <p:cNvPr id="16" name="Star: 24 Points 15">
              <a:extLst>
                <a:ext uri="{FF2B5EF4-FFF2-40B4-BE49-F238E27FC236}">
                  <a16:creationId xmlns:a16="http://schemas.microsoft.com/office/drawing/2014/main" id="{9167B207-F3BA-9A7F-5AC2-AFDAF3BC99BA}"/>
                </a:ext>
              </a:extLst>
            </p:cNvPr>
            <p:cNvSpPr/>
            <p:nvPr/>
          </p:nvSpPr>
          <p:spPr>
            <a:xfrm>
              <a:off x="4251368" y="1276451"/>
              <a:ext cx="953188" cy="953188"/>
            </a:xfrm>
            <a:prstGeom prst="star24">
              <a:avLst>
                <a:gd name="adj" fmla="val 45833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17" name="Graphic 9">
              <a:extLst>
                <a:ext uri="{FF2B5EF4-FFF2-40B4-BE49-F238E27FC236}">
                  <a16:creationId xmlns:a16="http://schemas.microsoft.com/office/drawing/2014/main" id="{643472A1-8276-5653-52C7-A9EBCE48B885}"/>
                </a:ext>
              </a:extLst>
            </p:cNvPr>
            <p:cNvSpPr/>
            <p:nvPr/>
          </p:nvSpPr>
          <p:spPr>
            <a:xfrm>
              <a:off x="4535485" y="1559066"/>
              <a:ext cx="386748" cy="386748"/>
            </a:xfrm>
            <a:custGeom>
              <a:avLst/>
              <a:gdLst>
                <a:gd name="connsiteX0" fmla="*/ 211479 w 386748"/>
                <a:gd name="connsiteY0" fmla="*/ 178 h 386748"/>
                <a:gd name="connsiteX1" fmla="*/ 386587 w 386748"/>
                <a:gd name="connsiteY1" fmla="*/ 175286 h 386748"/>
                <a:gd name="connsiteX2" fmla="*/ 254872 w 386748"/>
                <a:gd name="connsiteY2" fmla="*/ 131893 h 386748"/>
                <a:gd name="connsiteX3" fmla="*/ 211479 w 386748"/>
                <a:gd name="connsiteY3" fmla="*/ 178 h 386748"/>
                <a:gd name="connsiteX4" fmla="*/ 364114 w 386748"/>
                <a:gd name="connsiteY4" fmla="*/ 209554 h 386748"/>
                <a:gd name="connsiteX5" fmla="*/ 177499 w 386748"/>
                <a:gd name="connsiteY5" fmla="*/ 23107 h 386748"/>
                <a:gd name="connsiteX6" fmla="*/ 178926 w 386748"/>
                <a:gd name="connsiteY6" fmla="*/ 0 h 386748"/>
                <a:gd name="connsiteX7" fmla="*/ 0 w 386748"/>
                <a:gd name="connsiteY7" fmla="*/ 179201 h 386748"/>
                <a:gd name="connsiteX8" fmla="*/ 207562 w 386748"/>
                <a:gd name="connsiteY8" fmla="*/ 336156 h 386748"/>
                <a:gd name="connsiteX9" fmla="*/ 207564 w 386748"/>
                <a:gd name="connsiteY9" fmla="*/ 386749 h 386748"/>
                <a:gd name="connsiteX10" fmla="*/ 386749 w 386748"/>
                <a:gd name="connsiteY10" fmla="*/ 208033 h 386748"/>
                <a:gd name="connsiteX11" fmla="*/ 364114 w 386748"/>
                <a:gd name="connsiteY11" fmla="*/ 209554 h 386748"/>
                <a:gd name="connsiteX12" fmla="*/ 132540 w 386748"/>
                <a:gd name="connsiteY12" fmla="*/ 254225 h 386748"/>
                <a:gd name="connsiteX13" fmla="*/ 210 w 386748"/>
                <a:gd name="connsiteY13" fmla="*/ 211754 h 386748"/>
                <a:gd name="connsiteX14" fmla="*/ 174946 w 386748"/>
                <a:gd name="connsiteY14" fmla="*/ 386490 h 386748"/>
                <a:gd name="connsiteX15" fmla="*/ 132540 w 386748"/>
                <a:gd name="connsiteY15" fmla="*/ 254225 h 3867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386748" h="386748">
                  <a:moveTo>
                    <a:pt x="211479" y="178"/>
                  </a:moveTo>
                  <a:cubicBezTo>
                    <a:pt x="304411" y="8741"/>
                    <a:pt x="378023" y="82354"/>
                    <a:pt x="386587" y="175286"/>
                  </a:cubicBezTo>
                  <a:cubicBezTo>
                    <a:pt x="338289" y="182481"/>
                    <a:pt x="289435" y="166386"/>
                    <a:pt x="254872" y="131893"/>
                  </a:cubicBezTo>
                  <a:cubicBezTo>
                    <a:pt x="220369" y="97334"/>
                    <a:pt x="204274" y="48477"/>
                    <a:pt x="211479" y="178"/>
                  </a:cubicBezTo>
                  <a:close/>
                  <a:moveTo>
                    <a:pt x="364114" y="209554"/>
                  </a:moveTo>
                  <a:cubicBezTo>
                    <a:pt x="261096" y="209599"/>
                    <a:pt x="177546" y="126125"/>
                    <a:pt x="177499" y="23107"/>
                  </a:cubicBezTo>
                  <a:cubicBezTo>
                    <a:pt x="177496" y="15382"/>
                    <a:pt x="177973" y="7665"/>
                    <a:pt x="178926" y="0"/>
                  </a:cubicBezTo>
                  <a:cubicBezTo>
                    <a:pt x="82993" y="6869"/>
                    <a:pt x="6722" y="83257"/>
                    <a:pt x="0" y="179201"/>
                  </a:cubicBezTo>
                  <a:cubicBezTo>
                    <a:pt x="100659" y="165227"/>
                    <a:pt x="193586" y="235499"/>
                    <a:pt x="207562" y="336156"/>
                  </a:cubicBezTo>
                  <a:cubicBezTo>
                    <a:pt x="209892" y="352941"/>
                    <a:pt x="209892" y="369964"/>
                    <a:pt x="207564" y="386749"/>
                  </a:cubicBezTo>
                  <a:cubicBezTo>
                    <a:pt x="303437" y="380052"/>
                    <a:pt x="379801" y="303888"/>
                    <a:pt x="386749" y="208033"/>
                  </a:cubicBezTo>
                  <a:cubicBezTo>
                    <a:pt x="379242" y="208997"/>
                    <a:pt x="371683" y="209505"/>
                    <a:pt x="364114" y="209554"/>
                  </a:cubicBezTo>
                  <a:close/>
                  <a:moveTo>
                    <a:pt x="132540" y="254225"/>
                  </a:moveTo>
                  <a:cubicBezTo>
                    <a:pt x="97838" y="219593"/>
                    <a:pt x="48585" y="203786"/>
                    <a:pt x="210" y="211754"/>
                  </a:cubicBezTo>
                  <a:cubicBezTo>
                    <a:pt x="8932" y="304406"/>
                    <a:pt x="82295" y="377768"/>
                    <a:pt x="174946" y="386490"/>
                  </a:cubicBezTo>
                  <a:cubicBezTo>
                    <a:pt x="182923" y="338146"/>
                    <a:pt x="167140" y="288918"/>
                    <a:pt x="132540" y="254225"/>
                  </a:cubicBezTo>
                  <a:close/>
                </a:path>
              </a:pathLst>
            </a:custGeom>
            <a:solidFill>
              <a:schemeClr val="bg2"/>
            </a:solidFill>
            <a:ln w="158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/>
            </a:p>
          </p:txBody>
        </p:sp>
      </p:grpSp>
      <p:sp>
        <p:nvSpPr>
          <p:cNvPr id="23" name="Graphic 21">
            <a:extLst>
              <a:ext uri="{FF2B5EF4-FFF2-40B4-BE49-F238E27FC236}">
                <a16:creationId xmlns:a16="http://schemas.microsoft.com/office/drawing/2014/main" id="{AEB9A69A-A086-78C7-8551-5DCD64A0D620}"/>
              </a:ext>
            </a:extLst>
          </p:cNvPr>
          <p:cNvSpPr/>
          <p:nvPr/>
        </p:nvSpPr>
        <p:spPr>
          <a:xfrm>
            <a:off x="1041544" y="5156636"/>
            <a:ext cx="155927" cy="155927"/>
          </a:xfrm>
          <a:custGeom>
            <a:avLst/>
            <a:gdLst>
              <a:gd name="connsiteX0" fmla="*/ 85263 w 155927"/>
              <a:gd name="connsiteY0" fmla="*/ 72 h 155927"/>
              <a:gd name="connsiteX1" fmla="*/ 155863 w 155927"/>
              <a:gd name="connsiteY1" fmla="*/ 70671 h 155927"/>
              <a:gd name="connsiteX2" fmla="*/ 102758 w 155927"/>
              <a:gd name="connsiteY2" fmla="*/ 53176 h 155927"/>
              <a:gd name="connsiteX3" fmla="*/ 85263 w 155927"/>
              <a:gd name="connsiteY3" fmla="*/ 72 h 155927"/>
              <a:gd name="connsiteX4" fmla="*/ 146802 w 155927"/>
              <a:gd name="connsiteY4" fmla="*/ 84487 h 155927"/>
              <a:gd name="connsiteX5" fmla="*/ 71563 w 155927"/>
              <a:gd name="connsiteY5" fmla="*/ 9316 h 155927"/>
              <a:gd name="connsiteX6" fmla="*/ 72139 w 155927"/>
              <a:gd name="connsiteY6" fmla="*/ 0 h 155927"/>
              <a:gd name="connsiteX7" fmla="*/ 0 w 155927"/>
              <a:gd name="connsiteY7" fmla="*/ 72250 h 155927"/>
              <a:gd name="connsiteX8" fmla="*/ 83684 w 155927"/>
              <a:gd name="connsiteY8" fmla="*/ 135530 h 155927"/>
              <a:gd name="connsiteX9" fmla="*/ 83685 w 155927"/>
              <a:gd name="connsiteY9" fmla="*/ 155928 h 155927"/>
              <a:gd name="connsiteX10" fmla="*/ 155928 w 155927"/>
              <a:gd name="connsiteY10" fmla="*/ 83874 h 155927"/>
              <a:gd name="connsiteX11" fmla="*/ 146802 w 155927"/>
              <a:gd name="connsiteY11" fmla="*/ 84487 h 155927"/>
              <a:gd name="connsiteX12" fmla="*/ 53437 w 155927"/>
              <a:gd name="connsiteY12" fmla="*/ 102497 h 155927"/>
              <a:gd name="connsiteX13" fmla="*/ 85 w 155927"/>
              <a:gd name="connsiteY13" fmla="*/ 85374 h 155927"/>
              <a:gd name="connsiteX14" fmla="*/ 70534 w 155927"/>
              <a:gd name="connsiteY14" fmla="*/ 155823 h 155927"/>
              <a:gd name="connsiteX15" fmla="*/ 53437 w 155927"/>
              <a:gd name="connsiteY15" fmla="*/ 102497 h 1559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55927" h="155927">
                <a:moveTo>
                  <a:pt x="85263" y="72"/>
                </a:moveTo>
                <a:cubicBezTo>
                  <a:pt x="122731" y="3524"/>
                  <a:pt x="152410" y="33203"/>
                  <a:pt x="155863" y="70671"/>
                </a:cubicBezTo>
                <a:cubicBezTo>
                  <a:pt x="136390" y="73572"/>
                  <a:pt x="116693" y="67083"/>
                  <a:pt x="102758" y="53176"/>
                </a:cubicBezTo>
                <a:cubicBezTo>
                  <a:pt x="88848" y="39243"/>
                  <a:pt x="82358" y="19545"/>
                  <a:pt x="85263" y="72"/>
                </a:cubicBezTo>
                <a:close/>
                <a:moveTo>
                  <a:pt x="146802" y="84487"/>
                </a:moveTo>
                <a:cubicBezTo>
                  <a:pt x="105268" y="84505"/>
                  <a:pt x="71582" y="50850"/>
                  <a:pt x="71563" y="9316"/>
                </a:cubicBezTo>
                <a:cubicBezTo>
                  <a:pt x="71562" y="6202"/>
                  <a:pt x="71755" y="3090"/>
                  <a:pt x="72139" y="0"/>
                </a:cubicBezTo>
                <a:cubicBezTo>
                  <a:pt x="33461" y="2769"/>
                  <a:pt x="2710" y="33567"/>
                  <a:pt x="0" y="72250"/>
                </a:cubicBezTo>
                <a:cubicBezTo>
                  <a:pt x="40583" y="66616"/>
                  <a:pt x="78049" y="94947"/>
                  <a:pt x="83684" y="135530"/>
                </a:cubicBezTo>
                <a:cubicBezTo>
                  <a:pt x="84623" y="142297"/>
                  <a:pt x="84623" y="149161"/>
                  <a:pt x="83685" y="155928"/>
                </a:cubicBezTo>
                <a:cubicBezTo>
                  <a:pt x="122338" y="153228"/>
                  <a:pt x="153127" y="122520"/>
                  <a:pt x="155928" y="83874"/>
                </a:cubicBezTo>
                <a:cubicBezTo>
                  <a:pt x="152901" y="84263"/>
                  <a:pt x="149853" y="84467"/>
                  <a:pt x="146802" y="84487"/>
                </a:cubicBezTo>
                <a:close/>
                <a:moveTo>
                  <a:pt x="53437" y="102497"/>
                </a:moveTo>
                <a:cubicBezTo>
                  <a:pt x="39446" y="88535"/>
                  <a:pt x="19588" y="82162"/>
                  <a:pt x="85" y="85374"/>
                </a:cubicBezTo>
                <a:cubicBezTo>
                  <a:pt x="3601" y="122729"/>
                  <a:pt x="33179" y="152307"/>
                  <a:pt x="70534" y="155823"/>
                </a:cubicBezTo>
                <a:cubicBezTo>
                  <a:pt x="73750" y="136332"/>
                  <a:pt x="67387" y="116485"/>
                  <a:pt x="53437" y="102497"/>
                </a:cubicBezTo>
                <a:close/>
              </a:path>
            </a:pathLst>
          </a:custGeom>
          <a:solidFill>
            <a:schemeClr val="accent2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2861434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Placeholder 19" descr="dashboard_elite_full.png"/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l="25076" r="25076"/>
          <a:stretch>
            <a:fillRect/>
          </a:stretch>
        </p:blipFill>
        <p:spPr/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636508B-D847-2F2F-1E61-5B2E30FCC136}"/>
              </a:ext>
            </a:extLst>
          </p:cNvPr>
          <p:cNvSpPr/>
          <p:nvPr/>
        </p:nvSpPr>
        <p:spPr>
          <a:xfrm>
            <a:off x="5127585" y="1053296"/>
            <a:ext cx="7592991" cy="4190036"/>
          </a:xfrm>
          <a:prstGeom prst="roundRect">
            <a:avLst>
              <a:gd name="adj" fmla="val 2972"/>
            </a:avLst>
          </a:prstGeom>
          <a:solidFill>
            <a:schemeClr val="tx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11E5B4F8-FC3B-3720-EE6D-A5F8A194ACAF}"/>
              </a:ext>
            </a:extLst>
          </p:cNvPr>
          <p:cNvGrpSpPr/>
          <p:nvPr/>
        </p:nvGrpSpPr>
        <p:grpSpPr>
          <a:xfrm>
            <a:off x="5705334" y="1457422"/>
            <a:ext cx="5297061" cy="3032007"/>
            <a:chOff x="5705334" y="1040729"/>
            <a:chExt cx="5297061" cy="3032007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C974D106-DD28-44AF-AFEC-86D428CE6C86}"/>
                </a:ext>
              </a:extLst>
            </p:cNvPr>
            <p:cNvSpPr txBox="1"/>
            <p:nvPr/>
          </p:nvSpPr>
          <p:spPr>
            <a:xfrm>
              <a:off x="5705335" y="1040729"/>
              <a:ext cx="4491961" cy="21236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400" dirty="0">
                  <a:solidFill>
                    <a:schemeClr val="bg2"/>
                  </a:solidFill>
                  <a:latin typeface="+mj-lt"/>
                </a:rPr>
                <a:t>The Global Boom in </a:t>
              </a:r>
              <a:r>
                <a:rPr lang="en-US" sz="4400" dirty="0">
                  <a:solidFill>
                    <a:schemeClr val="accent2"/>
                  </a:solidFill>
                  <a:latin typeface="+mj-lt"/>
                </a:rPr>
                <a:t>Padel Tennis</a:t>
              </a:r>
              <a:endParaRPr lang="en-ID" sz="4400" b="1" dirty="0">
                <a:solidFill>
                  <a:schemeClr val="accent2"/>
                </a:solidFill>
                <a:latin typeface="+mj-lt"/>
              </a:endParaRP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26D5B9B5-6213-2DB7-05B1-1ECE5A329956}"/>
                </a:ext>
              </a:extLst>
            </p:cNvPr>
            <p:cNvSpPr txBox="1"/>
            <p:nvPr/>
          </p:nvSpPr>
          <p:spPr>
            <a:xfrm>
              <a:off x="5705334" y="3333751"/>
              <a:ext cx="5297061" cy="7389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sz="1200" dirty="0">
                  <a:solidFill>
                    <a:schemeClr val="bg2"/>
                  </a:solidFill>
                </a:rPr>
                <a:t>Padel tennis is not just a sport — it’s a movement. With rapid global growth, high social appeal, and low entry barriers, padel is redefining how people play, connect, and compete.</a:t>
              </a:r>
              <a:endParaRPr lang="en-ID" sz="1200" dirty="0">
                <a:solidFill>
                  <a:schemeClr val="bg2"/>
                </a:solidFill>
                <a:latin typeface="+mj-lt"/>
              </a:endParaRP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D9C044A1-B186-9D51-136F-BE702AAD5D1E}"/>
              </a:ext>
            </a:extLst>
          </p:cNvPr>
          <p:cNvSpPr txBox="1"/>
          <p:nvPr/>
        </p:nvSpPr>
        <p:spPr>
          <a:xfrm>
            <a:off x="6963519" y="5608385"/>
            <a:ext cx="219472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chemeClr val="tx2">
                    <a:lumMod val="75000"/>
                    <a:lumOff val="25000"/>
                  </a:schemeClr>
                </a:solidFill>
                <a:latin typeface="+mj-lt"/>
              </a:rPr>
              <a:t>826€</a:t>
            </a:r>
            <a:endParaRPr lang="en-ID" sz="4000" dirty="0">
              <a:solidFill>
                <a:schemeClr val="tx2">
                  <a:lumMod val="75000"/>
                  <a:lumOff val="25000"/>
                </a:schemeClr>
              </a:solidFill>
              <a:latin typeface="+mj-lt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0845AF4-64E5-7027-FF04-702F6BAAA925}"/>
              </a:ext>
            </a:extLst>
          </p:cNvPr>
          <p:cNvSpPr txBox="1"/>
          <p:nvPr/>
        </p:nvSpPr>
        <p:spPr>
          <a:xfrm>
            <a:off x="8958448" y="5631897"/>
            <a:ext cx="32335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MRR mensual con solo 14 alumnos activos</a:t>
            </a:r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/>
            </a:r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/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1173070E-BE2F-847B-DD7E-74D3C21DE563}"/>
              </a:ext>
            </a:extLst>
          </p:cNvPr>
          <p:cNvGrpSpPr/>
          <p:nvPr/>
        </p:nvGrpSpPr>
        <p:grpSpPr>
          <a:xfrm>
            <a:off x="5705334" y="4770555"/>
            <a:ext cx="953188" cy="953188"/>
            <a:chOff x="4251368" y="1276451"/>
            <a:chExt cx="953188" cy="953188"/>
          </a:xfrm>
        </p:grpSpPr>
        <p:sp>
          <p:nvSpPr>
            <p:cNvPr id="12" name="Star: 24 Points 11">
              <a:extLst>
                <a:ext uri="{FF2B5EF4-FFF2-40B4-BE49-F238E27FC236}">
                  <a16:creationId xmlns:a16="http://schemas.microsoft.com/office/drawing/2014/main" id="{684E6B18-CB9D-0C0F-4EA0-BB43B325854B}"/>
                </a:ext>
              </a:extLst>
            </p:cNvPr>
            <p:cNvSpPr/>
            <p:nvPr/>
          </p:nvSpPr>
          <p:spPr>
            <a:xfrm>
              <a:off x="4251368" y="1276451"/>
              <a:ext cx="953188" cy="953188"/>
            </a:xfrm>
            <a:prstGeom prst="star24">
              <a:avLst>
                <a:gd name="adj" fmla="val 45833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13" name="Graphic 9">
              <a:extLst>
                <a:ext uri="{FF2B5EF4-FFF2-40B4-BE49-F238E27FC236}">
                  <a16:creationId xmlns:a16="http://schemas.microsoft.com/office/drawing/2014/main" id="{D391FAFC-0C4B-A3FF-DE25-F968D96E613E}"/>
                </a:ext>
              </a:extLst>
            </p:cNvPr>
            <p:cNvSpPr/>
            <p:nvPr/>
          </p:nvSpPr>
          <p:spPr>
            <a:xfrm>
              <a:off x="4535485" y="1559066"/>
              <a:ext cx="386748" cy="386748"/>
            </a:xfrm>
            <a:custGeom>
              <a:avLst/>
              <a:gdLst>
                <a:gd name="connsiteX0" fmla="*/ 211479 w 386748"/>
                <a:gd name="connsiteY0" fmla="*/ 178 h 386748"/>
                <a:gd name="connsiteX1" fmla="*/ 386587 w 386748"/>
                <a:gd name="connsiteY1" fmla="*/ 175286 h 386748"/>
                <a:gd name="connsiteX2" fmla="*/ 254872 w 386748"/>
                <a:gd name="connsiteY2" fmla="*/ 131893 h 386748"/>
                <a:gd name="connsiteX3" fmla="*/ 211479 w 386748"/>
                <a:gd name="connsiteY3" fmla="*/ 178 h 386748"/>
                <a:gd name="connsiteX4" fmla="*/ 364114 w 386748"/>
                <a:gd name="connsiteY4" fmla="*/ 209554 h 386748"/>
                <a:gd name="connsiteX5" fmla="*/ 177499 w 386748"/>
                <a:gd name="connsiteY5" fmla="*/ 23107 h 386748"/>
                <a:gd name="connsiteX6" fmla="*/ 178926 w 386748"/>
                <a:gd name="connsiteY6" fmla="*/ 0 h 386748"/>
                <a:gd name="connsiteX7" fmla="*/ 0 w 386748"/>
                <a:gd name="connsiteY7" fmla="*/ 179201 h 386748"/>
                <a:gd name="connsiteX8" fmla="*/ 207562 w 386748"/>
                <a:gd name="connsiteY8" fmla="*/ 336156 h 386748"/>
                <a:gd name="connsiteX9" fmla="*/ 207564 w 386748"/>
                <a:gd name="connsiteY9" fmla="*/ 386749 h 386748"/>
                <a:gd name="connsiteX10" fmla="*/ 386749 w 386748"/>
                <a:gd name="connsiteY10" fmla="*/ 208033 h 386748"/>
                <a:gd name="connsiteX11" fmla="*/ 364114 w 386748"/>
                <a:gd name="connsiteY11" fmla="*/ 209554 h 386748"/>
                <a:gd name="connsiteX12" fmla="*/ 132540 w 386748"/>
                <a:gd name="connsiteY12" fmla="*/ 254225 h 386748"/>
                <a:gd name="connsiteX13" fmla="*/ 210 w 386748"/>
                <a:gd name="connsiteY13" fmla="*/ 211754 h 386748"/>
                <a:gd name="connsiteX14" fmla="*/ 174946 w 386748"/>
                <a:gd name="connsiteY14" fmla="*/ 386490 h 386748"/>
                <a:gd name="connsiteX15" fmla="*/ 132540 w 386748"/>
                <a:gd name="connsiteY15" fmla="*/ 254225 h 3867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386748" h="386748">
                  <a:moveTo>
                    <a:pt x="211479" y="178"/>
                  </a:moveTo>
                  <a:cubicBezTo>
                    <a:pt x="304411" y="8741"/>
                    <a:pt x="378023" y="82354"/>
                    <a:pt x="386587" y="175286"/>
                  </a:cubicBezTo>
                  <a:cubicBezTo>
                    <a:pt x="338289" y="182481"/>
                    <a:pt x="289435" y="166386"/>
                    <a:pt x="254872" y="131893"/>
                  </a:cubicBezTo>
                  <a:cubicBezTo>
                    <a:pt x="220369" y="97334"/>
                    <a:pt x="204274" y="48477"/>
                    <a:pt x="211479" y="178"/>
                  </a:cubicBezTo>
                  <a:close/>
                  <a:moveTo>
                    <a:pt x="364114" y="209554"/>
                  </a:moveTo>
                  <a:cubicBezTo>
                    <a:pt x="261096" y="209599"/>
                    <a:pt x="177546" y="126125"/>
                    <a:pt x="177499" y="23107"/>
                  </a:cubicBezTo>
                  <a:cubicBezTo>
                    <a:pt x="177496" y="15382"/>
                    <a:pt x="177973" y="7665"/>
                    <a:pt x="178926" y="0"/>
                  </a:cubicBezTo>
                  <a:cubicBezTo>
                    <a:pt x="82993" y="6869"/>
                    <a:pt x="6722" y="83257"/>
                    <a:pt x="0" y="179201"/>
                  </a:cubicBezTo>
                  <a:cubicBezTo>
                    <a:pt x="100659" y="165227"/>
                    <a:pt x="193586" y="235499"/>
                    <a:pt x="207562" y="336156"/>
                  </a:cubicBezTo>
                  <a:cubicBezTo>
                    <a:pt x="209892" y="352941"/>
                    <a:pt x="209892" y="369964"/>
                    <a:pt x="207564" y="386749"/>
                  </a:cubicBezTo>
                  <a:cubicBezTo>
                    <a:pt x="303437" y="380052"/>
                    <a:pt x="379801" y="303888"/>
                    <a:pt x="386749" y="208033"/>
                  </a:cubicBezTo>
                  <a:cubicBezTo>
                    <a:pt x="379242" y="208997"/>
                    <a:pt x="371683" y="209505"/>
                    <a:pt x="364114" y="209554"/>
                  </a:cubicBezTo>
                  <a:close/>
                  <a:moveTo>
                    <a:pt x="132540" y="254225"/>
                  </a:moveTo>
                  <a:cubicBezTo>
                    <a:pt x="97838" y="219593"/>
                    <a:pt x="48585" y="203786"/>
                    <a:pt x="210" y="211754"/>
                  </a:cubicBezTo>
                  <a:cubicBezTo>
                    <a:pt x="8932" y="304406"/>
                    <a:pt x="82295" y="377768"/>
                    <a:pt x="174946" y="386490"/>
                  </a:cubicBezTo>
                  <a:cubicBezTo>
                    <a:pt x="182923" y="338146"/>
                    <a:pt x="167140" y="288918"/>
                    <a:pt x="132540" y="254225"/>
                  </a:cubicBezTo>
                  <a:close/>
                </a:path>
              </a:pathLst>
            </a:custGeom>
            <a:solidFill>
              <a:schemeClr val="bg2"/>
            </a:solidFill>
            <a:ln w="158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04C2B9E3-531F-86AE-58B0-486267805F76}"/>
              </a:ext>
            </a:extLst>
          </p:cNvPr>
          <p:cNvGrpSpPr/>
          <p:nvPr/>
        </p:nvGrpSpPr>
        <p:grpSpPr>
          <a:xfrm>
            <a:off x="935186" y="3908725"/>
            <a:ext cx="2242354" cy="2288890"/>
            <a:chOff x="8171983" y="1289651"/>
            <a:chExt cx="2843116" cy="2902119"/>
          </a:xfrm>
        </p:grpSpPr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A98B3713-9E1C-4ECA-B132-F9F3725E9C97}"/>
                </a:ext>
              </a:extLst>
            </p:cNvPr>
            <p:cNvSpPr/>
            <p:nvPr/>
          </p:nvSpPr>
          <p:spPr>
            <a:xfrm>
              <a:off x="8171983" y="1289651"/>
              <a:ext cx="2843116" cy="2902119"/>
            </a:xfrm>
            <a:prstGeom prst="roundRect">
              <a:avLst>
                <a:gd name="adj" fmla="val 3004"/>
              </a:avLst>
            </a:prstGeom>
            <a:solidFill>
              <a:schemeClr val="bg1"/>
            </a:solidFill>
            <a:ln>
              <a:noFill/>
            </a:ln>
            <a:effectLst>
              <a:outerShdw blurRad="520700" sx="103000" sy="103000" algn="ctr" rotWithShape="0">
                <a:prstClr val="black">
                  <a:alpha val="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0A9A40E6-0896-7E5C-C478-B0E19FBD311F}"/>
                </a:ext>
              </a:extLst>
            </p:cNvPr>
            <p:cNvSpPr txBox="1"/>
            <p:nvPr/>
          </p:nvSpPr>
          <p:spPr>
            <a:xfrm>
              <a:off x="8407682" y="1525458"/>
              <a:ext cx="2194726" cy="8194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+mj-lt"/>
                </a:rPr>
                <a:t>65,5%</a:t>
              </a:r>
              <a:endParaRPr lang="en-ID" sz="3600" dirty="0">
                <a:solidFill>
                  <a:schemeClr val="tx2">
                    <a:lumMod val="75000"/>
                    <a:lumOff val="25000"/>
                  </a:schemeClr>
                </a:solidFill>
                <a:latin typeface="+mj-lt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095CFA82-B5CE-F806-1595-E73EDEF5B0E9}"/>
                </a:ext>
              </a:extLst>
            </p:cNvPr>
            <p:cNvSpPr txBox="1"/>
            <p:nvPr/>
          </p:nvSpPr>
          <p:spPr>
            <a:xfrm>
              <a:off x="8407682" y="3066603"/>
              <a:ext cx="2069589" cy="9365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chemeClr val="tx2">
                      <a:lumMod val="75000"/>
                      <a:lumOff val="25000"/>
                    </a:schemeClr>
                  </a:solidFill>
                </a:rPr>
                <a:t>Building the future of </a:t>
              </a:r>
              <a:r>
                <a:rPr lang="en-US" sz="1400" b="1" dirty="0">
                  <a:solidFill>
                    <a:schemeClr val="tx2">
                      <a:lumMod val="75000"/>
                      <a:lumOff val="25000"/>
                    </a:schemeClr>
                  </a:solidFill>
                </a:rPr>
                <a:t>racquet</a:t>
              </a:r>
              <a:r>
                <a:rPr lang="en-US" sz="1400" dirty="0">
                  <a:solidFill>
                    <a:schemeClr val="tx2">
                      <a:lumMod val="75000"/>
                      <a:lumOff val="25000"/>
                    </a:schemeClr>
                  </a:solidFill>
                </a:rPr>
                <a:t> sports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041170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A8A0447-7F66-0DF8-7900-71B1D1A32541}"/>
              </a:ext>
            </a:extLst>
          </p:cNvPr>
          <p:cNvSpPr txBox="1"/>
          <p:nvPr/>
        </p:nvSpPr>
        <p:spPr>
          <a:xfrm>
            <a:off x="612473" y="1095123"/>
            <a:ext cx="4777107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Excel vs Academia Pádel</a:t>
            </a:r>
            <a:endParaRPr lang="en-ID" sz="4400" b="1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567B647-F28F-0DA5-2ACE-B61FD9070FBA}"/>
              </a:ext>
            </a:extLst>
          </p:cNvPr>
          <p:cNvSpPr txBox="1"/>
          <p:nvPr/>
        </p:nvSpPr>
        <p:spPr>
          <a:xfrm>
            <a:off x="612474" y="2616824"/>
            <a:ext cx="3990392" cy="7377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El Excel no avisa de impagos, no gestiona faltas, no envía notificaciones. Academia Pádel lo hace todo automáticamente.</a:t>
            </a:r>
            <a:endParaRPr lang="en-ID" sz="1200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E4A36F12-4BF9-515D-370E-F32BE7F3DC3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52283596"/>
              </p:ext>
            </p:extLst>
          </p:nvPr>
        </p:nvGraphicFramePr>
        <p:xfrm>
          <a:off x="3493755" y="2345168"/>
          <a:ext cx="8290258" cy="380036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7960D9D-4B59-2D30-A232-2CF60C24DF8F}"/>
              </a:ext>
            </a:extLst>
          </p:cNvPr>
          <p:cNvSpPr/>
          <p:nvPr/>
        </p:nvSpPr>
        <p:spPr>
          <a:xfrm>
            <a:off x="683594" y="4410634"/>
            <a:ext cx="2430446" cy="1405540"/>
          </a:xfrm>
          <a:prstGeom prst="roundRect">
            <a:avLst>
              <a:gd name="adj" fmla="val 5383"/>
            </a:avLst>
          </a:prstGeom>
          <a:solidFill>
            <a:schemeClr val="bg1"/>
          </a:solidFill>
          <a:ln>
            <a:noFill/>
          </a:ln>
          <a:effectLst>
            <a:outerShdw blurRad="520700" sx="103000" sy="103000" algn="ctr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F2ABD61-75BE-224C-1C49-8BF3714E0B85}"/>
              </a:ext>
            </a:extLst>
          </p:cNvPr>
          <p:cNvSpPr txBox="1"/>
          <p:nvPr/>
        </p:nvSpPr>
        <p:spPr>
          <a:xfrm>
            <a:off x="834126" y="5201749"/>
            <a:ext cx="21681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Avisos de impago, control de asistencia, comunicación directa.</a:t>
            </a:r>
            <a:endParaRPr lang="en-ID" sz="1200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AA76117C-2105-1ABD-AE53-AB042C5A9609}"/>
              </a:ext>
            </a:extLst>
          </p:cNvPr>
          <p:cNvSpPr/>
          <p:nvPr/>
        </p:nvSpPr>
        <p:spPr>
          <a:xfrm>
            <a:off x="916940" y="4600833"/>
            <a:ext cx="367705" cy="367705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91A6020-677E-D971-1AF8-25A39C2576CC}"/>
              </a:ext>
            </a:extLst>
          </p:cNvPr>
          <p:cNvSpPr txBox="1"/>
          <p:nvPr/>
        </p:nvSpPr>
        <p:spPr>
          <a:xfrm>
            <a:off x="9462766" y="1350814"/>
            <a:ext cx="184498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LA COMPARACIÓN QUE LO CAMBIA TODO</a:t>
            </a:r>
            <a:endParaRPr lang="en-ID" sz="1400" dirty="0">
              <a:solidFill>
                <a:schemeClr val="tx2">
                  <a:lumMod val="75000"/>
                  <a:lumOff val="25000"/>
                </a:schemeClr>
              </a:solidFill>
              <a:latin typeface="+mj-lt"/>
            </a:endParaRPr>
          </a:p>
        </p:txBody>
      </p:sp>
      <p:sp>
        <p:nvSpPr>
          <p:cNvPr id="6" name="Graphic 1">
            <a:extLst>
              <a:ext uri="{FF2B5EF4-FFF2-40B4-BE49-F238E27FC236}">
                <a16:creationId xmlns:a16="http://schemas.microsoft.com/office/drawing/2014/main" id="{7EF9B995-118F-F849-B106-4C79DAA03D64}"/>
              </a:ext>
            </a:extLst>
          </p:cNvPr>
          <p:cNvSpPr/>
          <p:nvPr/>
        </p:nvSpPr>
        <p:spPr>
          <a:xfrm>
            <a:off x="1022515" y="4706205"/>
            <a:ext cx="156602" cy="156746"/>
          </a:xfrm>
          <a:custGeom>
            <a:avLst/>
            <a:gdLst>
              <a:gd name="connsiteX0" fmla="*/ 71754 w 156602"/>
              <a:gd name="connsiteY0" fmla="*/ 29557 h 156746"/>
              <a:gd name="connsiteX1" fmla="*/ 65263 w 156602"/>
              <a:gd name="connsiteY1" fmla="*/ 7117 h 156746"/>
              <a:gd name="connsiteX2" fmla="*/ 138687 w 156602"/>
              <a:gd name="connsiteY2" fmla="*/ 18069 h 156746"/>
              <a:gd name="connsiteX3" fmla="*/ 156554 w 156602"/>
              <a:gd name="connsiteY3" fmla="*/ 63855 h 156746"/>
              <a:gd name="connsiteX4" fmla="*/ 136195 w 156602"/>
              <a:gd name="connsiteY4" fmla="*/ 110280 h 156746"/>
              <a:gd name="connsiteX5" fmla="*/ 119085 w 156602"/>
              <a:gd name="connsiteY5" fmla="*/ 123085 h 156746"/>
              <a:gd name="connsiteX6" fmla="*/ 57318 w 156602"/>
              <a:gd name="connsiteY6" fmla="*/ 61344 h 156746"/>
              <a:gd name="connsiteX7" fmla="*/ 71754 w 156602"/>
              <a:gd name="connsiteY7" fmla="*/ 29557 h 156746"/>
              <a:gd name="connsiteX8" fmla="*/ 58708 w 156602"/>
              <a:gd name="connsiteY8" fmla="*/ 29557 h 156746"/>
              <a:gd name="connsiteX9" fmla="*/ 29354 w 156602"/>
              <a:gd name="connsiteY9" fmla="*/ 203 h 156746"/>
              <a:gd name="connsiteX10" fmla="*/ 0 w 156602"/>
              <a:gd name="connsiteY10" fmla="*/ 29557 h 156746"/>
              <a:gd name="connsiteX11" fmla="*/ 29354 w 156602"/>
              <a:gd name="connsiteY11" fmla="*/ 58910 h 156746"/>
              <a:gd name="connsiteX12" fmla="*/ 58708 w 156602"/>
              <a:gd name="connsiteY12" fmla="*/ 29557 h 156746"/>
              <a:gd name="connsiteX13" fmla="*/ 46046 w 156602"/>
              <a:gd name="connsiteY13" fmla="*/ 68519 h 156746"/>
              <a:gd name="connsiteX14" fmla="*/ 29354 w 156602"/>
              <a:gd name="connsiteY14" fmla="*/ 71957 h 156746"/>
              <a:gd name="connsiteX15" fmla="*/ 26295 w 156602"/>
              <a:gd name="connsiteY15" fmla="*/ 71800 h 156746"/>
              <a:gd name="connsiteX16" fmla="*/ 29556 w 156602"/>
              <a:gd name="connsiteY16" fmla="*/ 88408 h 156746"/>
              <a:gd name="connsiteX17" fmla="*/ 33144 w 156602"/>
              <a:gd name="connsiteY17" fmla="*/ 98049 h 156746"/>
              <a:gd name="connsiteX18" fmla="*/ 32615 w 156602"/>
              <a:gd name="connsiteY18" fmla="*/ 101819 h 156746"/>
              <a:gd name="connsiteX19" fmla="*/ 7736 w 156602"/>
              <a:gd name="connsiteY19" fmla="*/ 119197 h 156746"/>
              <a:gd name="connsiteX20" fmla="*/ 7736 w 156602"/>
              <a:gd name="connsiteY20" fmla="*/ 119288 h 156746"/>
              <a:gd name="connsiteX21" fmla="*/ 4789 w 156602"/>
              <a:gd name="connsiteY21" fmla="*/ 149013 h 156746"/>
              <a:gd name="connsiteX22" fmla="*/ 34514 w 156602"/>
              <a:gd name="connsiteY22" fmla="*/ 151960 h 156746"/>
              <a:gd name="connsiteX23" fmla="*/ 37964 w 156602"/>
              <a:gd name="connsiteY23" fmla="*/ 148375 h 156746"/>
              <a:gd name="connsiteX24" fmla="*/ 38030 w 156602"/>
              <a:gd name="connsiteY24" fmla="*/ 148414 h 156746"/>
              <a:gd name="connsiteX25" fmla="*/ 54794 w 156602"/>
              <a:gd name="connsiteY25" fmla="*/ 124141 h 156746"/>
              <a:gd name="connsiteX26" fmla="*/ 58708 w 156602"/>
              <a:gd name="connsiteY26" fmla="*/ 123365 h 156746"/>
              <a:gd name="connsiteX27" fmla="*/ 88153 w 156602"/>
              <a:gd name="connsiteY27" fmla="*/ 130619 h 156746"/>
              <a:gd name="connsiteX28" fmla="*/ 105928 w 156602"/>
              <a:gd name="connsiteY28" fmla="*/ 128401 h 1567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56602" h="156746">
                <a:moveTo>
                  <a:pt x="71754" y="29557"/>
                </a:moveTo>
                <a:cubicBezTo>
                  <a:pt x="71752" y="21614"/>
                  <a:pt x="69502" y="13834"/>
                  <a:pt x="65263" y="7117"/>
                </a:cubicBezTo>
                <a:cubicBezTo>
                  <a:pt x="89533" y="-5481"/>
                  <a:pt x="119151" y="-1064"/>
                  <a:pt x="138687" y="18069"/>
                </a:cubicBezTo>
                <a:cubicBezTo>
                  <a:pt x="150760" y="30176"/>
                  <a:pt x="157236" y="46771"/>
                  <a:pt x="156554" y="63855"/>
                </a:cubicBezTo>
                <a:cubicBezTo>
                  <a:pt x="155955" y="81364"/>
                  <a:pt x="148670" y="97978"/>
                  <a:pt x="136195" y="110280"/>
                </a:cubicBezTo>
                <a:cubicBezTo>
                  <a:pt x="131150" y="115363"/>
                  <a:pt x="125385" y="119677"/>
                  <a:pt x="119085" y="123085"/>
                </a:cubicBezTo>
                <a:lnTo>
                  <a:pt x="57318" y="61344"/>
                </a:lnTo>
                <a:cubicBezTo>
                  <a:pt x="66485" y="53322"/>
                  <a:pt x="71746" y="41737"/>
                  <a:pt x="71754" y="29557"/>
                </a:cubicBezTo>
                <a:close/>
                <a:moveTo>
                  <a:pt x="58708" y="29557"/>
                </a:moveTo>
                <a:cubicBezTo>
                  <a:pt x="58708" y="13345"/>
                  <a:pt x="45566" y="203"/>
                  <a:pt x="29354" y="203"/>
                </a:cubicBezTo>
                <a:cubicBezTo>
                  <a:pt x="13142" y="203"/>
                  <a:pt x="0" y="13345"/>
                  <a:pt x="0" y="29557"/>
                </a:cubicBezTo>
                <a:cubicBezTo>
                  <a:pt x="0" y="45768"/>
                  <a:pt x="13142" y="58910"/>
                  <a:pt x="29354" y="58910"/>
                </a:cubicBezTo>
                <a:cubicBezTo>
                  <a:pt x="45558" y="58892"/>
                  <a:pt x="58690" y="45761"/>
                  <a:pt x="58708" y="29557"/>
                </a:cubicBezTo>
                <a:close/>
                <a:moveTo>
                  <a:pt x="46046" y="68519"/>
                </a:moveTo>
                <a:cubicBezTo>
                  <a:pt x="40774" y="70789"/>
                  <a:pt x="35094" y="71959"/>
                  <a:pt x="29354" y="71957"/>
                </a:cubicBezTo>
                <a:cubicBezTo>
                  <a:pt x="28323" y="71957"/>
                  <a:pt x="27306" y="71872"/>
                  <a:pt x="26295" y="71800"/>
                </a:cubicBezTo>
                <a:cubicBezTo>
                  <a:pt x="26612" y="77459"/>
                  <a:pt x="27710" y="83048"/>
                  <a:pt x="29556" y="88408"/>
                </a:cubicBezTo>
                <a:cubicBezTo>
                  <a:pt x="30492" y="91712"/>
                  <a:pt x="31692" y="94936"/>
                  <a:pt x="33144" y="98049"/>
                </a:cubicBezTo>
                <a:cubicBezTo>
                  <a:pt x="33833" y="99282"/>
                  <a:pt x="33617" y="100823"/>
                  <a:pt x="32615" y="101819"/>
                </a:cubicBezTo>
                <a:lnTo>
                  <a:pt x="7736" y="119197"/>
                </a:lnTo>
                <a:lnTo>
                  <a:pt x="7736" y="119288"/>
                </a:lnTo>
                <a:cubicBezTo>
                  <a:pt x="-1286" y="126683"/>
                  <a:pt x="-2605" y="139991"/>
                  <a:pt x="4789" y="149013"/>
                </a:cubicBezTo>
                <a:cubicBezTo>
                  <a:pt x="12184" y="158035"/>
                  <a:pt x="25492" y="159355"/>
                  <a:pt x="34514" y="151960"/>
                </a:cubicBezTo>
                <a:cubicBezTo>
                  <a:pt x="35801" y="150905"/>
                  <a:pt x="36960" y="149701"/>
                  <a:pt x="37964" y="148375"/>
                </a:cubicBezTo>
                <a:lnTo>
                  <a:pt x="38030" y="148414"/>
                </a:lnTo>
                <a:lnTo>
                  <a:pt x="54794" y="124141"/>
                </a:lnTo>
                <a:cubicBezTo>
                  <a:pt x="55770" y="123022"/>
                  <a:pt x="57379" y="122702"/>
                  <a:pt x="58708" y="123365"/>
                </a:cubicBezTo>
                <a:cubicBezTo>
                  <a:pt x="67824" y="128044"/>
                  <a:pt x="77907" y="130527"/>
                  <a:pt x="88153" y="130619"/>
                </a:cubicBezTo>
                <a:cubicBezTo>
                  <a:pt x="94155" y="130760"/>
                  <a:pt x="100145" y="130013"/>
                  <a:pt x="105928" y="128401"/>
                </a:cubicBezTo>
                <a:close/>
              </a:path>
            </a:pathLst>
          </a:custGeom>
          <a:solidFill>
            <a:schemeClr val="accent2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8893344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Placeholder 27" descr="clases.png"/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l="28193" r="28193"/>
          <a:stretch>
            <a:fillRect/>
          </a:stretch>
        </p:blipFill>
        <p:spPr/>
      </p:pic>
      <p:pic>
        <p:nvPicPr>
          <p:cNvPr id="30" name="Picture Placeholder 29" descr="calendario.png"/>
          <p:cNvPicPr>
            <a:picLocks noGrp="1" noChangeAspect="1"/>
          </p:cNvPicPr>
          <p:nvPr>
            <p:ph type="pic" sz="quarter" idx="11"/>
          </p:nvPr>
        </p:nvPicPr>
        <p:blipFill>
          <a:blip r:embed="rId3"/>
          <a:srcRect l="35432" r="35432"/>
          <a:stretch>
            <a:fillRect/>
          </a:stretch>
        </p:blipFill>
        <p:spPr/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60139B3F-5405-9D79-A92E-1A58769B9D99}"/>
              </a:ext>
            </a:extLst>
          </p:cNvPr>
          <p:cNvGrpSpPr/>
          <p:nvPr/>
        </p:nvGrpSpPr>
        <p:grpSpPr>
          <a:xfrm>
            <a:off x="6329085" y="1253295"/>
            <a:ext cx="3815376" cy="3004139"/>
            <a:chOff x="6486953" y="1156476"/>
            <a:chExt cx="3815376" cy="3004139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8D4BBE82-C4D6-2C95-EF3F-B1A267437DA6}"/>
                </a:ext>
              </a:extLst>
            </p:cNvPr>
            <p:cNvSpPr txBox="1"/>
            <p:nvPr/>
          </p:nvSpPr>
          <p:spPr>
            <a:xfrm>
              <a:off x="6486953" y="1156476"/>
              <a:ext cx="3690585" cy="21236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lt"/>
                </a:rPr>
                <a:t>Powered By The Right Brands</a:t>
              </a:r>
              <a:endParaRPr lang="en-ID" sz="4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endParaRP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9E1F1CB2-EE5A-7862-ED21-683AA6246193}"/>
                </a:ext>
              </a:extLst>
            </p:cNvPr>
            <p:cNvSpPr txBox="1"/>
            <p:nvPr/>
          </p:nvSpPr>
          <p:spPr>
            <a:xfrm>
              <a:off x="6486953" y="3426311"/>
              <a:ext cx="3815376" cy="73430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Padel tennis is not just a sport — it’s a movement. With rapid global growth, high social appeal, and low entry barriers</a:t>
              </a:r>
              <a:endParaRPr lang="en-ID" sz="12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19D833A-438E-F24E-10A4-8B28A0562136}"/>
              </a:ext>
            </a:extLst>
          </p:cNvPr>
          <p:cNvSpPr/>
          <p:nvPr/>
        </p:nvSpPr>
        <p:spPr>
          <a:xfrm>
            <a:off x="5271730" y="4733363"/>
            <a:ext cx="2430446" cy="1405540"/>
          </a:xfrm>
          <a:prstGeom prst="roundRect">
            <a:avLst>
              <a:gd name="adj" fmla="val 5383"/>
            </a:avLst>
          </a:prstGeom>
          <a:solidFill>
            <a:schemeClr val="bg1"/>
          </a:solidFill>
          <a:ln>
            <a:noFill/>
          </a:ln>
          <a:effectLst>
            <a:outerShdw blurRad="520700" sx="103000" sy="103000" algn="ctr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E3D0C65-1152-A14D-2092-1722A9807CA2}"/>
              </a:ext>
            </a:extLst>
          </p:cNvPr>
          <p:cNvSpPr txBox="1"/>
          <p:nvPr/>
        </p:nvSpPr>
        <p:spPr>
          <a:xfrm>
            <a:off x="5422262" y="5524478"/>
            <a:ext cx="21681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Crea grupos, asigna profesor y pista en 1 clic.</a:t>
            </a:r>
            <a:endParaRPr lang="en-ID" sz="1200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FB99A40-C17E-E56D-00C8-792C2F699022}"/>
              </a:ext>
            </a:extLst>
          </p:cNvPr>
          <p:cNvSpPr/>
          <p:nvPr/>
        </p:nvSpPr>
        <p:spPr>
          <a:xfrm>
            <a:off x="5505076" y="4923562"/>
            <a:ext cx="367705" cy="367705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CFDEC947-E4B2-37B2-329D-98DCC4FDA036}"/>
              </a:ext>
            </a:extLst>
          </p:cNvPr>
          <p:cNvSpPr/>
          <p:nvPr/>
        </p:nvSpPr>
        <p:spPr>
          <a:xfrm>
            <a:off x="7935522" y="4733363"/>
            <a:ext cx="2430446" cy="1405540"/>
          </a:xfrm>
          <a:prstGeom prst="roundRect">
            <a:avLst>
              <a:gd name="adj" fmla="val 5383"/>
            </a:avLst>
          </a:prstGeom>
          <a:solidFill>
            <a:schemeClr val="accent1"/>
          </a:solidFill>
          <a:ln>
            <a:noFill/>
          </a:ln>
          <a:effectLst>
            <a:outerShdw blurRad="520700" sx="103000" sy="103000" algn="ctr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D28A144-8647-69BE-E811-57E6F6EA3574}"/>
              </a:ext>
            </a:extLst>
          </p:cNvPr>
          <p:cNvSpPr txBox="1"/>
          <p:nvPr/>
        </p:nvSpPr>
        <p:spPr>
          <a:xfrm>
            <a:off x="8086054" y="5524478"/>
            <a:ext cx="21681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2"/>
                </a:solidFill>
              </a:rPr>
              <a:t>Control de ocupación y asistencia automática.</a:t>
            </a:r>
            <a:endParaRPr lang="en-ID" sz="1200" dirty="0">
              <a:solidFill>
                <a:schemeClr val="bg2"/>
              </a:solidFill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208793E0-CC61-8C97-523E-22DA03491DA6}"/>
              </a:ext>
            </a:extLst>
          </p:cNvPr>
          <p:cNvSpPr/>
          <p:nvPr/>
        </p:nvSpPr>
        <p:spPr>
          <a:xfrm>
            <a:off x="8168868" y="4923562"/>
            <a:ext cx="367705" cy="367705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6" name="Graphic 22">
            <a:extLst>
              <a:ext uri="{FF2B5EF4-FFF2-40B4-BE49-F238E27FC236}">
                <a16:creationId xmlns:a16="http://schemas.microsoft.com/office/drawing/2014/main" id="{C3CCE962-1F3F-13F5-E0C8-D199F9E6F739}"/>
              </a:ext>
            </a:extLst>
          </p:cNvPr>
          <p:cNvSpPr/>
          <p:nvPr/>
        </p:nvSpPr>
        <p:spPr>
          <a:xfrm>
            <a:off x="5610651" y="5028934"/>
            <a:ext cx="156602" cy="156746"/>
          </a:xfrm>
          <a:custGeom>
            <a:avLst/>
            <a:gdLst>
              <a:gd name="connsiteX0" fmla="*/ 71754 w 156602"/>
              <a:gd name="connsiteY0" fmla="*/ 29557 h 156746"/>
              <a:gd name="connsiteX1" fmla="*/ 65263 w 156602"/>
              <a:gd name="connsiteY1" fmla="*/ 7117 h 156746"/>
              <a:gd name="connsiteX2" fmla="*/ 138687 w 156602"/>
              <a:gd name="connsiteY2" fmla="*/ 18069 h 156746"/>
              <a:gd name="connsiteX3" fmla="*/ 156554 w 156602"/>
              <a:gd name="connsiteY3" fmla="*/ 63855 h 156746"/>
              <a:gd name="connsiteX4" fmla="*/ 136195 w 156602"/>
              <a:gd name="connsiteY4" fmla="*/ 110280 h 156746"/>
              <a:gd name="connsiteX5" fmla="*/ 119085 w 156602"/>
              <a:gd name="connsiteY5" fmla="*/ 123085 h 156746"/>
              <a:gd name="connsiteX6" fmla="*/ 57318 w 156602"/>
              <a:gd name="connsiteY6" fmla="*/ 61344 h 156746"/>
              <a:gd name="connsiteX7" fmla="*/ 71754 w 156602"/>
              <a:gd name="connsiteY7" fmla="*/ 29557 h 156746"/>
              <a:gd name="connsiteX8" fmla="*/ 58708 w 156602"/>
              <a:gd name="connsiteY8" fmla="*/ 29557 h 156746"/>
              <a:gd name="connsiteX9" fmla="*/ 29354 w 156602"/>
              <a:gd name="connsiteY9" fmla="*/ 203 h 156746"/>
              <a:gd name="connsiteX10" fmla="*/ 0 w 156602"/>
              <a:gd name="connsiteY10" fmla="*/ 29557 h 156746"/>
              <a:gd name="connsiteX11" fmla="*/ 29354 w 156602"/>
              <a:gd name="connsiteY11" fmla="*/ 58910 h 156746"/>
              <a:gd name="connsiteX12" fmla="*/ 58708 w 156602"/>
              <a:gd name="connsiteY12" fmla="*/ 29557 h 156746"/>
              <a:gd name="connsiteX13" fmla="*/ 46046 w 156602"/>
              <a:gd name="connsiteY13" fmla="*/ 68519 h 156746"/>
              <a:gd name="connsiteX14" fmla="*/ 29354 w 156602"/>
              <a:gd name="connsiteY14" fmla="*/ 71957 h 156746"/>
              <a:gd name="connsiteX15" fmla="*/ 26295 w 156602"/>
              <a:gd name="connsiteY15" fmla="*/ 71800 h 156746"/>
              <a:gd name="connsiteX16" fmla="*/ 29556 w 156602"/>
              <a:gd name="connsiteY16" fmla="*/ 88408 h 156746"/>
              <a:gd name="connsiteX17" fmla="*/ 33144 w 156602"/>
              <a:gd name="connsiteY17" fmla="*/ 98049 h 156746"/>
              <a:gd name="connsiteX18" fmla="*/ 32615 w 156602"/>
              <a:gd name="connsiteY18" fmla="*/ 101819 h 156746"/>
              <a:gd name="connsiteX19" fmla="*/ 7736 w 156602"/>
              <a:gd name="connsiteY19" fmla="*/ 119197 h 156746"/>
              <a:gd name="connsiteX20" fmla="*/ 7736 w 156602"/>
              <a:gd name="connsiteY20" fmla="*/ 119288 h 156746"/>
              <a:gd name="connsiteX21" fmla="*/ 4789 w 156602"/>
              <a:gd name="connsiteY21" fmla="*/ 149013 h 156746"/>
              <a:gd name="connsiteX22" fmla="*/ 34514 w 156602"/>
              <a:gd name="connsiteY22" fmla="*/ 151960 h 156746"/>
              <a:gd name="connsiteX23" fmla="*/ 37964 w 156602"/>
              <a:gd name="connsiteY23" fmla="*/ 148375 h 156746"/>
              <a:gd name="connsiteX24" fmla="*/ 38030 w 156602"/>
              <a:gd name="connsiteY24" fmla="*/ 148414 h 156746"/>
              <a:gd name="connsiteX25" fmla="*/ 54794 w 156602"/>
              <a:gd name="connsiteY25" fmla="*/ 124141 h 156746"/>
              <a:gd name="connsiteX26" fmla="*/ 58708 w 156602"/>
              <a:gd name="connsiteY26" fmla="*/ 123365 h 156746"/>
              <a:gd name="connsiteX27" fmla="*/ 88153 w 156602"/>
              <a:gd name="connsiteY27" fmla="*/ 130619 h 156746"/>
              <a:gd name="connsiteX28" fmla="*/ 105928 w 156602"/>
              <a:gd name="connsiteY28" fmla="*/ 128401 h 1567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56602" h="156746">
                <a:moveTo>
                  <a:pt x="71754" y="29557"/>
                </a:moveTo>
                <a:cubicBezTo>
                  <a:pt x="71752" y="21614"/>
                  <a:pt x="69502" y="13834"/>
                  <a:pt x="65263" y="7117"/>
                </a:cubicBezTo>
                <a:cubicBezTo>
                  <a:pt x="89533" y="-5481"/>
                  <a:pt x="119151" y="-1064"/>
                  <a:pt x="138687" y="18069"/>
                </a:cubicBezTo>
                <a:cubicBezTo>
                  <a:pt x="150760" y="30176"/>
                  <a:pt x="157236" y="46771"/>
                  <a:pt x="156554" y="63855"/>
                </a:cubicBezTo>
                <a:cubicBezTo>
                  <a:pt x="155955" y="81364"/>
                  <a:pt x="148670" y="97978"/>
                  <a:pt x="136195" y="110280"/>
                </a:cubicBezTo>
                <a:cubicBezTo>
                  <a:pt x="131150" y="115363"/>
                  <a:pt x="125385" y="119677"/>
                  <a:pt x="119085" y="123085"/>
                </a:cubicBezTo>
                <a:lnTo>
                  <a:pt x="57318" y="61344"/>
                </a:lnTo>
                <a:cubicBezTo>
                  <a:pt x="66485" y="53322"/>
                  <a:pt x="71746" y="41737"/>
                  <a:pt x="71754" y="29557"/>
                </a:cubicBezTo>
                <a:close/>
                <a:moveTo>
                  <a:pt x="58708" y="29557"/>
                </a:moveTo>
                <a:cubicBezTo>
                  <a:pt x="58708" y="13345"/>
                  <a:pt x="45566" y="203"/>
                  <a:pt x="29354" y="203"/>
                </a:cubicBezTo>
                <a:cubicBezTo>
                  <a:pt x="13142" y="203"/>
                  <a:pt x="0" y="13345"/>
                  <a:pt x="0" y="29557"/>
                </a:cubicBezTo>
                <a:cubicBezTo>
                  <a:pt x="0" y="45768"/>
                  <a:pt x="13142" y="58910"/>
                  <a:pt x="29354" y="58910"/>
                </a:cubicBezTo>
                <a:cubicBezTo>
                  <a:pt x="45558" y="58892"/>
                  <a:pt x="58690" y="45761"/>
                  <a:pt x="58708" y="29557"/>
                </a:cubicBezTo>
                <a:close/>
                <a:moveTo>
                  <a:pt x="46046" y="68519"/>
                </a:moveTo>
                <a:cubicBezTo>
                  <a:pt x="40774" y="70789"/>
                  <a:pt x="35094" y="71959"/>
                  <a:pt x="29354" y="71957"/>
                </a:cubicBezTo>
                <a:cubicBezTo>
                  <a:pt x="28323" y="71957"/>
                  <a:pt x="27306" y="71872"/>
                  <a:pt x="26295" y="71800"/>
                </a:cubicBezTo>
                <a:cubicBezTo>
                  <a:pt x="26612" y="77459"/>
                  <a:pt x="27710" y="83048"/>
                  <a:pt x="29556" y="88408"/>
                </a:cubicBezTo>
                <a:cubicBezTo>
                  <a:pt x="30492" y="91712"/>
                  <a:pt x="31692" y="94936"/>
                  <a:pt x="33144" y="98049"/>
                </a:cubicBezTo>
                <a:cubicBezTo>
                  <a:pt x="33833" y="99282"/>
                  <a:pt x="33617" y="100823"/>
                  <a:pt x="32615" y="101819"/>
                </a:cubicBezTo>
                <a:lnTo>
                  <a:pt x="7736" y="119197"/>
                </a:lnTo>
                <a:lnTo>
                  <a:pt x="7736" y="119288"/>
                </a:lnTo>
                <a:cubicBezTo>
                  <a:pt x="-1286" y="126683"/>
                  <a:pt x="-2605" y="139991"/>
                  <a:pt x="4789" y="149013"/>
                </a:cubicBezTo>
                <a:cubicBezTo>
                  <a:pt x="12184" y="158035"/>
                  <a:pt x="25492" y="159355"/>
                  <a:pt x="34514" y="151960"/>
                </a:cubicBezTo>
                <a:cubicBezTo>
                  <a:pt x="35801" y="150905"/>
                  <a:pt x="36960" y="149701"/>
                  <a:pt x="37964" y="148375"/>
                </a:cubicBezTo>
                <a:lnTo>
                  <a:pt x="38030" y="148414"/>
                </a:lnTo>
                <a:lnTo>
                  <a:pt x="54794" y="124141"/>
                </a:lnTo>
                <a:cubicBezTo>
                  <a:pt x="55770" y="123022"/>
                  <a:pt x="57379" y="122702"/>
                  <a:pt x="58708" y="123365"/>
                </a:cubicBezTo>
                <a:cubicBezTo>
                  <a:pt x="67824" y="128044"/>
                  <a:pt x="77907" y="130527"/>
                  <a:pt x="88153" y="130619"/>
                </a:cubicBezTo>
                <a:cubicBezTo>
                  <a:pt x="94155" y="130760"/>
                  <a:pt x="100145" y="130013"/>
                  <a:pt x="105928" y="128401"/>
                </a:cubicBezTo>
                <a:close/>
              </a:path>
            </a:pathLst>
          </a:custGeom>
          <a:solidFill>
            <a:schemeClr val="accent2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25" name="Graphic 23">
            <a:extLst>
              <a:ext uri="{FF2B5EF4-FFF2-40B4-BE49-F238E27FC236}">
                <a16:creationId xmlns:a16="http://schemas.microsoft.com/office/drawing/2014/main" id="{61A4220E-DB93-6C4F-9630-EE87A9796887}"/>
              </a:ext>
            </a:extLst>
          </p:cNvPr>
          <p:cNvSpPr/>
          <p:nvPr/>
        </p:nvSpPr>
        <p:spPr>
          <a:xfrm>
            <a:off x="8271967" y="5029450"/>
            <a:ext cx="155927" cy="155927"/>
          </a:xfrm>
          <a:custGeom>
            <a:avLst/>
            <a:gdLst>
              <a:gd name="connsiteX0" fmla="*/ 85263 w 155927"/>
              <a:gd name="connsiteY0" fmla="*/ 72 h 155927"/>
              <a:gd name="connsiteX1" fmla="*/ 155863 w 155927"/>
              <a:gd name="connsiteY1" fmla="*/ 70671 h 155927"/>
              <a:gd name="connsiteX2" fmla="*/ 102758 w 155927"/>
              <a:gd name="connsiteY2" fmla="*/ 53176 h 155927"/>
              <a:gd name="connsiteX3" fmla="*/ 85263 w 155927"/>
              <a:gd name="connsiteY3" fmla="*/ 72 h 155927"/>
              <a:gd name="connsiteX4" fmla="*/ 146802 w 155927"/>
              <a:gd name="connsiteY4" fmla="*/ 84487 h 155927"/>
              <a:gd name="connsiteX5" fmla="*/ 71563 w 155927"/>
              <a:gd name="connsiteY5" fmla="*/ 9316 h 155927"/>
              <a:gd name="connsiteX6" fmla="*/ 72139 w 155927"/>
              <a:gd name="connsiteY6" fmla="*/ 0 h 155927"/>
              <a:gd name="connsiteX7" fmla="*/ 0 w 155927"/>
              <a:gd name="connsiteY7" fmla="*/ 72250 h 155927"/>
              <a:gd name="connsiteX8" fmla="*/ 83684 w 155927"/>
              <a:gd name="connsiteY8" fmla="*/ 135530 h 155927"/>
              <a:gd name="connsiteX9" fmla="*/ 83685 w 155927"/>
              <a:gd name="connsiteY9" fmla="*/ 155928 h 155927"/>
              <a:gd name="connsiteX10" fmla="*/ 155928 w 155927"/>
              <a:gd name="connsiteY10" fmla="*/ 83874 h 155927"/>
              <a:gd name="connsiteX11" fmla="*/ 146802 w 155927"/>
              <a:gd name="connsiteY11" fmla="*/ 84487 h 155927"/>
              <a:gd name="connsiteX12" fmla="*/ 53437 w 155927"/>
              <a:gd name="connsiteY12" fmla="*/ 102497 h 155927"/>
              <a:gd name="connsiteX13" fmla="*/ 85 w 155927"/>
              <a:gd name="connsiteY13" fmla="*/ 85374 h 155927"/>
              <a:gd name="connsiteX14" fmla="*/ 70534 w 155927"/>
              <a:gd name="connsiteY14" fmla="*/ 155823 h 155927"/>
              <a:gd name="connsiteX15" fmla="*/ 53437 w 155927"/>
              <a:gd name="connsiteY15" fmla="*/ 102497 h 1559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55927" h="155927">
                <a:moveTo>
                  <a:pt x="85263" y="72"/>
                </a:moveTo>
                <a:cubicBezTo>
                  <a:pt x="122731" y="3524"/>
                  <a:pt x="152410" y="33203"/>
                  <a:pt x="155863" y="70671"/>
                </a:cubicBezTo>
                <a:cubicBezTo>
                  <a:pt x="136390" y="73572"/>
                  <a:pt x="116693" y="67083"/>
                  <a:pt x="102758" y="53176"/>
                </a:cubicBezTo>
                <a:cubicBezTo>
                  <a:pt x="88848" y="39243"/>
                  <a:pt x="82358" y="19545"/>
                  <a:pt x="85263" y="72"/>
                </a:cubicBezTo>
                <a:close/>
                <a:moveTo>
                  <a:pt x="146802" y="84487"/>
                </a:moveTo>
                <a:cubicBezTo>
                  <a:pt x="105268" y="84505"/>
                  <a:pt x="71582" y="50850"/>
                  <a:pt x="71563" y="9316"/>
                </a:cubicBezTo>
                <a:cubicBezTo>
                  <a:pt x="71562" y="6202"/>
                  <a:pt x="71755" y="3090"/>
                  <a:pt x="72139" y="0"/>
                </a:cubicBezTo>
                <a:cubicBezTo>
                  <a:pt x="33461" y="2769"/>
                  <a:pt x="2710" y="33567"/>
                  <a:pt x="0" y="72250"/>
                </a:cubicBezTo>
                <a:cubicBezTo>
                  <a:pt x="40583" y="66616"/>
                  <a:pt x="78049" y="94947"/>
                  <a:pt x="83684" y="135530"/>
                </a:cubicBezTo>
                <a:cubicBezTo>
                  <a:pt x="84623" y="142297"/>
                  <a:pt x="84623" y="149161"/>
                  <a:pt x="83685" y="155928"/>
                </a:cubicBezTo>
                <a:cubicBezTo>
                  <a:pt x="122338" y="153228"/>
                  <a:pt x="153127" y="122520"/>
                  <a:pt x="155928" y="83874"/>
                </a:cubicBezTo>
                <a:cubicBezTo>
                  <a:pt x="152901" y="84263"/>
                  <a:pt x="149853" y="84467"/>
                  <a:pt x="146802" y="84487"/>
                </a:cubicBezTo>
                <a:close/>
                <a:moveTo>
                  <a:pt x="53437" y="102497"/>
                </a:moveTo>
                <a:cubicBezTo>
                  <a:pt x="39446" y="88535"/>
                  <a:pt x="19588" y="82162"/>
                  <a:pt x="85" y="85374"/>
                </a:cubicBezTo>
                <a:cubicBezTo>
                  <a:pt x="3601" y="122729"/>
                  <a:pt x="33179" y="152307"/>
                  <a:pt x="70534" y="155823"/>
                </a:cubicBezTo>
                <a:cubicBezTo>
                  <a:pt x="73750" y="136332"/>
                  <a:pt x="67387" y="116485"/>
                  <a:pt x="53437" y="102497"/>
                </a:cubicBezTo>
                <a:close/>
              </a:path>
            </a:pathLst>
          </a:custGeom>
          <a:solidFill>
            <a:schemeClr val="accent1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1238427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Picture Placeholder 32" descr="recuperaciones.png"/>
          <p:cNvPicPr>
            <a:picLocks noGrp="1" noChangeAspect="1"/>
          </p:cNvPicPr>
          <p:nvPr>
            <p:ph type="pic" sz="quarter" idx="11"/>
          </p:nvPr>
        </p:nvPicPr>
        <p:blipFill>
          <a:blip r:embed="rId3"/>
          <a:srcRect l="5840" r="5840"/>
          <a:stretch>
            <a:fillRect/>
          </a:stretch>
        </p:blipFill>
        <p:spPr/>
      </p:pic>
      <p:pic>
        <p:nvPicPr>
          <p:cNvPr id="35" name="Picture Placeholder 34" descr="notificaciones.png"/>
          <p:cNvPicPr>
            <a:picLocks noGrp="1" noChangeAspect="1"/>
          </p:cNvPicPr>
          <p:nvPr>
            <p:ph type="pic" sz="quarter" idx="12"/>
          </p:nvPr>
        </p:nvPicPr>
        <p:blipFill>
          <a:blip r:embed="rId4"/>
          <a:srcRect l="5840" r="5840"/>
          <a:stretch>
            <a:fillRect/>
          </a:stretch>
        </p:blipFill>
        <p:spPr/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36DE2B4-8238-875A-E265-64EB1B033FE5}"/>
              </a:ext>
            </a:extLst>
          </p:cNvPr>
          <p:cNvSpPr txBox="1"/>
          <p:nvPr/>
        </p:nvSpPr>
        <p:spPr>
          <a:xfrm>
            <a:off x="4769963" y="1174981"/>
            <a:ext cx="671920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Director de Club</a:t>
            </a:r>
            <a:endParaRPr lang="en-ID" sz="4800" b="1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E80674F-3F5A-DB2A-9892-6D2B5FFCFEAF}"/>
              </a:ext>
            </a:extLst>
          </p:cNvPr>
          <p:cNvSpPr txBox="1"/>
          <p:nvPr/>
        </p:nvSpPr>
        <p:spPr>
          <a:xfrm>
            <a:off x="4769963" y="2147918"/>
            <a:ext cx="5010645" cy="5127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"Desde que dejamos el Excel, no he vuelto a perder un cobro ni a olvidar una recuperación. Ojalá lo hubiera tenido antes."</a:t>
            </a:r>
            <a:endParaRPr lang="en-ID" sz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ABF21584-4033-D480-F510-E7C3B20E2F65}"/>
              </a:ext>
            </a:extLst>
          </p:cNvPr>
          <p:cNvGrpSpPr/>
          <p:nvPr/>
        </p:nvGrpSpPr>
        <p:grpSpPr>
          <a:xfrm>
            <a:off x="7092523" y="3990431"/>
            <a:ext cx="953188" cy="953188"/>
            <a:chOff x="4251368" y="1276451"/>
            <a:chExt cx="953188" cy="953188"/>
          </a:xfrm>
        </p:grpSpPr>
        <p:sp>
          <p:nvSpPr>
            <p:cNvPr id="6" name="Star: 24 Points 5">
              <a:extLst>
                <a:ext uri="{FF2B5EF4-FFF2-40B4-BE49-F238E27FC236}">
                  <a16:creationId xmlns:a16="http://schemas.microsoft.com/office/drawing/2014/main" id="{47147124-FFFB-6A48-7F35-DC3982E5FED9}"/>
                </a:ext>
              </a:extLst>
            </p:cNvPr>
            <p:cNvSpPr/>
            <p:nvPr/>
          </p:nvSpPr>
          <p:spPr>
            <a:xfrm>
              <a:off x="4251368" y="1276451"/>
              <a:ext cx="953188" cy="953188"/>
            </a:xfrm>
            <a:prstGeom prst="star24">
              <a:avLst>
                <a:gd name="adj" fmla="val 45833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7" name="Graphic 9">
              <a:extLst>
                <a:ext uri="{FF2B5EF4-FFF2-40B4-BE49-F238E27FC236}">
                  <a16:creationId xmlns:a16="http://schemas.microsoft.com/office/drawing/2014/main" id="{D8EDA27F-D5E4-CA17-BF91-340FF9E7E722}"/>
                </a:ext>
              </a:extLst>
            </p:cNvPr>
            <p:cNvSpPr/>
            <p:nvPr/>
          </p:nvSpPr>
          <p:spPr>
            <a:xfrm>
              <a:off x="4535485" y="1559066"/>
              <a:ext cx="386748" cy="386748"/>
            </a:xfrm>
            <a:custGeom>
              <a:avLst/>
              <a:gdLst>
                <a:gd name="connsiteX0" fmla="*/ 211479 w 386748"/>
                <a:gd name="connsiteY0" fmla="*/ 178 h 386748"/>
                <a:gd name="connsiteX1" fmla="*/ 386587 w 386748"/>
                <a:gd name="connsiteY1" fmla="*/ 175286 h 386748"/>
                <a:gd name="connsiteX2" fmla="*/ 254872 w 386748"/>
                <a:gd name="connsiteY2" fmla="*/ 131893 h 386748"/>
                <a:gd name="connsiteX3" fmla="*/ 211479 w 386748"/>
                <a:gd name="connsiteY3" fmla="*/ 178 h 386748"/>
                <a:gd name="connsiteX4" fmla="*/ 364114 w 386748"/>
                <a:gd name="connsiteY4" fmla="*/ 209554 h 386748"/>
                <a:gd name="connsiteX5" fmla="*/ 177499 w 386748"/>
                <a:gd name="connsiteY5" fmla="*/ 23107 h 386748"/>
                <a:gd name="connsiteX6" fmla="*/ 178926 w 386748"/>
                <a:gd name="connsiteY6" fmla="*/ 0 h 386748"/>
                <a:gd name="connsiteX7" fmla="*/ 0 w 386748"/>
                <a:gd name="connsiteY7" fmla="*/ 179201 h 386748"/>
                <a:gd name="connsiteX8" fmla="*/ 207562 w 386748"/>
                <a:gd name="connsiteY8" fmla="*/ 336156 h 386748"/>
                <a:gd name="connsiteX9" fmla="*/ 207564 w 386748"/>
                <a:gd name="connsiteY9" fmla="*/ 386749 h 386748"/>
                <a:gd name="connsiteX10" fmla="*/ 386749 w 386748"/>
                <a:gd name="connsiteY10" fmla="*/ 208033 h 386748"/>
                <a:gd name="connsiteX11" fmla="*/ 364114 w 386748"/>
                <a:gd name="connsiteY11" fmla="*/ 209554 h 386748"/>
                <a:gd name="connsiteX12" fmla="*/ 132540 w 386748"/>
                <a:gd name="connsiteY12" fmla="*/ 254225 h 386748"/>
                <a:gd name="connsiteX13" fmla="*/ 210 w 386748"/>
                <a:gd name="connsiteY13" fmla="*/ 211754 h 386748"/>
                <a:gd name="connsiteX14" fmla="*/ 174946 w 386748"/>
                <a:gd name="connsiteY14" fmla="*/ 386490 h 386748"/>
                <a:gd name="connsiteX15" fmla="*/ 132540 w 386748"/>
                <a:gd name="connsiteY15" fmla="*/ 254225 h 3867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386748" h="386748">
                  <a:moveTo>
                    <a:pt x="211479" y="178"/>
                  </a:moveTo>
                  <a:cubicBezTo>
                    <a:pt x="304411" y="8741"/>
                    <a:pt x="378023" y="82354"/>
                    <a:pt x="386587" y="175286"/>
                  </a:cubicBezTo>
                  <a:cubicBezTo>
                    <a:pt x="338289" y="182481"/>
                    <a:pt x="289435" y="166386"/>
                    <a:pt x="254872" y="131893"/>
                  </a:cubicBezTo>
                  <a:cubicBezTo>
                    <a:pt x="220369" y="97334"/>
                    <a:pt x="204274" y="48477"/>
                    <a:pt x="211479" y="178"/>
                  </a:cubicBezTo>
                  <a:close/>
                  <a:moveTo>
                    <a:pt x="364114" y="209554"/>
                  </a:moveTo>
                  <a:cubicBezTo>
                    <a:pt x="261096" y="209599"/>
                    <a:pt x="177546" y="126125"/>
                    <a:pt x="177499" y="23107"/>
                  </a:cubicBezTo>
                  <a:cubicBezTo>
                    <a:pt x="177496" y="15382"/>
                    <a:pt x="177973" y="7665"/>
                    <a:pt x="178926" y="0"/>
                  </a:cubicBezTo>
                  <a:cubicBezTo>
                    <a:pt x="82993" y="6869"/>
                    <a:pt x="6722" y="83257"/>
                    <a:pt x="0" y="179201"/>
                  </a:cubicBezTo>
                  <a:cubicBezTo>
                    <a:pt x="100659" y="165227"/>
                    <a:pt x="193586" y="235499"/>
                    <a:pt x="207562" y="336156"/>
                  </a:cubicBezTo>
                  <a:cubicBezTo>
                    <a:pt x="209892" y="352941"/>
                    <a:pt x="209892" y="369964"/>
                    <a:pt x="207564" y="386749"/>
                  </a:cubicBezTo>
                  <a:cubicBezTo>
                    <a:pt x="303437" y="380052"/>
                    <a:pt x="379801" y="303888"/>
                    <a:pt x="386749" y="208033"/>
                  </a:cubicBezTo>
                  <a:cubicBezTo>
                    <a:pt x="379242" y="208997"/>
                    <a:pt x="371683" y="209505"/>
                    <a:pt x="364114" y="209554"/>
                  </a:cubicBezTo>
                  <a:close/>
                  <a:moveTo>
                    <a:pt x="132540" y="254225"/>
                  </a:moveTo>
                  <a:cubicBezTo>
                    <a:pt x="97838" y="219593"/>
                    <a:pt x="48585" y="203786"/>
                    <a:pt x="210" y="211754"/>
                  </a:cubicBezTo>
                  <a:cubicBezTo>
                    <a:pt x="8932" y="304406"/>
                    <a:pt x="82295" y="377768"/>
                    <a:pt x="174946" y="386490"/>
                  </a:cubicBezTo>
                  <a:cubicBezTo>
                    <a:pt x="182923" y="338146"/>
                    <a:pt x="167140" y="288918"/>
                    <a:pt x="132540" y="254225"/>
                  </a:cubicBezTo>
                  <a:close/>
                </a:path>
              </a:pathLst>
            </a:custGeom>
            <a:solidFill>
              <a:schemeClr val="bg2"/>
            </a:solidFill>
            <a:ln w="158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/>
            </a:p>
          </p:txBody>
        </p:sp>
      </p:grp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6328B2A0-5627-9BA9-5D06-B4BFB312A22B}"/>
              </a:ext>
            </a:extLst>
          </p:cNvPr>
          <p:cNvSpPr/>
          <p:nvPr/>
        </p:nvSpPr>
        <p:spPr>
          <a:xfrm>
            <a:off x="10695325" y="4386805"/>
            <a:ext cx="1811635" cy="2066382"/>
          </a:xfrm>
          <a:prstGeom prst="roundRect">
            <a:avLst>
              <a:gd name="adj" fmla="val 1799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314BBCE4-243F-E347-338B-FE57FD88508A}"/>
              </a:ext>
            </a:extLst>
          </p:cNvPr>
          <p:cNvSpPr/>
          <p:nvPr/>
        </p:nvSpPr>
        <p:spPr>
          <a:xfrm>
            <a:off x="4835752" y="2955568"/>
            <a:ext cx="2979320" cy="772949"/>
          </a:xfrm>
          <a:prstGeom prst="roundRect">
            <a:avLst>
              <a:gd name="adj" fmla="val 5383"/>
            </a:avLst>
          </a:prstGeom>
          <a:solidFill>
            <a:schemeClr val="bg1"/>
          </a:solidFill>
          <a:ln>
            <a:noFill/>
          </a:ln>
          <a:effectLst>
            <a:outerShdw blurRad="520700" sx="103000" sy="103000" algn="ctr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33B3A3F-355E-5F38-30E7-334576F62CAD}"/>
              </a:ext>
            </a:extLst>
          </p:cNvPr>
          <p:cNvSpPr txBox="1"/>
          <p:nvPr/>
        </p:nvSpPr>
        <p:spPr>
          <a:xfrm>
            <a:off x="5974881" y="3106079"/>
            <a:ext cx="15942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tx2">
                    <a:lumMod val="75000"/>
                    <a:lumOff val="25000"/>
                  </a:schemeClr>
                </a:solidFill>
                <a:latin typeface="+mj-lt"/>
              </a:rPr>
              <a:t>Facilidad</a:t>
            </a:r>
            <a:endParaRPr lang="en-ID" sz="2400" dirty="0">
              <a:solidFill>
                <a:schemeClr val="tx2">
                  <a:lumMod val="75000"/>
                  <a:lumOff val="25000"/>
                </a:schemeClr>
              </a:solidFill>
              <a:latin typeface="+mj-lt"/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BD506A31-3267-998E-903E-9497A259CACD}"/>
              </a:ext>
            </a:extLst>
          </p:cNvPr>
          <p:cNvSpPr/>
          <p:nvPr/>
        </p:nvSpPr>
        <p:spPr>
          <a:xfrm>
            <a:off x="8045711" y="2955568"/>
            <a:ext cx="2979320" cy="772949"/>
          </a:xfrm>
          <a:prstGeom prst="roundRect">
            <a:avLst>
              <a:gd name="adj" fmla="val 5383"/>
            </a:avLst>
          </a:prstGeom>
          <a:solidFill>
            <a:schemeClr val="accent1"/>
          </a:solidFill>
          <a:ln>
            <a:noFill/>
          </a:ln>
          <a:effectLst>
            <a:outerShdw blurRad="520700" sx="103000" sy="103000" algn="ctr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0246751-0326-F006-2752-2659EF7F450E}"/>
              </a:ext>
            </a:extLst>
          </p:cNvPr>
          <p:cNvSpPr txBox="1"/>
          <p:nvPr/>
        </p:nvSpPr>
        <p:spPr>
          <a:xfrm>
            <a:off x="9097860" y="3106079"/>
            <a:ext cx="21097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2"/>
                </a:solidFill>
                <a:latin typeface="+mj-lt"/>
              </a:rPr>
              <a:t>Ahorro tiempo</a:t>
            </a:r>
            <a:endParaRPr lang="en-ID" sz="2400" dirty="0">
              <a:solidFill>
                <a:schemeClr val="bg2"/>
              </a:solidFill>
              <a:latin typeface="+mj-lt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C508261-2BD0-CC4C-1A11-63E500A08BFD}"/>
              </a:ext>
            </a:extLst>
          </p:cNvPr>
          <p:cNvSpPr txBox="1"/>
          <p:nvPr/>
        </p:nvSpPr>
        <p:spPr>
          <a:xfrm>
            <a:off x="5022972" y="3106079"/>
            <a:ext cx="10773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tx2">
                    <a:lumMod val="75000"/>
                    <a:lumOff val="25000"/>
                  </a:schemeClr>
                </a:solidFill>
                <a:latin typeface="+mj-lt"/>
              </a:rPr>
              <a:t>95%</a:t>
            </a:r>
            <a:endParaRPr lang="en-ID" sz="2400" dirty="0">
              <a:solidFill>
                <a:schemeClr val="tx2">
                  <a:lumMod val="75000"/>
                  <a:lumOff val="25000"/>
                </a:schemeClr>
              </a:solidFill>
              <a:latin typeface="+mj-lt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4668D9D-43EA-2681-D103-C6AE2B6E5014}"/>
              </a:ext>
            </a:extLst>
          </p:cNvPr>
          <p:cNvSpPr txBox="1"/>
          <p:nvPr/>
        </p:nvSpPr>
        <p:spPr>
          <a:xfrm>
            <a:off x="8228297" y="3106079"/>
            <a:ext cx="10773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2"/>
                </a:solidFill>
                <a:latin typeface="+mj-lt"/>
              </a:rPr>
              <a:t>90%</a:t>
            </a:r>
            <a:endParaRPr lang="en-ID" sz="2400" dirty="0">
              <a:solidFill>
                <a:schemeClr val="bg2"/>
              </a:solidFill>
              <a:latin typeface="+mj-lt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750AFC6-5301-A012-BE8C-1063A6EDD30D}"/>
              </a:ext>
            </a:extLst>
          </p:cNvPr>
          <p:cNvSpPr txBox="1"/>
          <p:nvPr/>
        </p:nvSpPr>
        <p:spPr>
          <a:xfrm rot="16200000">
            <a:off x="10376932" y="5127608"/>
            <a:ext cx="22244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chemeClr val="bg2"/>
                </a:solidFill>
                <a:latin typeface="+mj-lt"/>
              </a:rPr>
              <a:t>★★★★★</a:t>
            </a:r>
            <a:endParaRPr lang="en-ID" sz="3200" dirty="0">
              <a:solidFill>
                <a:schemeClr val="bg2"/>
              </a:solidFill>
              <a:latin typeface="+mj-lt"/>
            </a:endParaRPr>
          </a:p>
        </p:txBody>
      </p:sp>
      <p:pic>
        <p:nvPicPr>
          <p:cNvPr id="31" name="Picture Placeholder 30" descr="alumnos.png"/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l="28178" r="28178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38869643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Placeholder 23" descr="dashboard_elite_full.png"/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l="20998" r="20998"/>
          <a:stretch>
            <a:fillRect/>
          </a:stretch>
        </p:blipFill>
        <p:spPr/>
      </p:pic>
      <p:pic>
        <p:nvPicPr>
          <p:cNvPr id="32" name="Picture Placeholder 31" descr="dashboard_club.png"/>
          <p:cNvPicPr>
            <a:picLocks noGrp="1" noChangeAspect="1"/>
          </p:cNvPicPr>
          <p:nvPr>
            <p:ph type="pic" sz="quarter" idx="11"/>
          </p:nvPr>
        </p:nvPicPr>
        <p:blipFill>
          <a:blip r:embed="rId3"/>
          <a:srcRect l="13067" r="13067"/>
          <a:stretch>
            <a:fillRect/>
          </a:stretch>
        </p:blipFill>
        <p:spPr/>
      </p:pic>
      <p:pic>
        <p:nvPicPr>
          <p:cNvPr id="34" name="Picture Placeholder 33" descr="dashboard_starter.png"/>
          <p:cNvPicPr>
            <a:picLocks noGrp="1" noChangeAspect="1"/>
          </p:cNvPicPr>
          <p:nvPr>
            <p:ph type="pic" sz="quarter" idx="12"/>
          </p:nvPr>
        </p:nvPicPr>
        <p:blipFill>
          <a:blip r:embed="rId4"/>
          <a:srcRect l="1840" r="1840"/>
          <a:stretch>
            <a:fillRect/>
          </a:stretch>
        </p:blipFill>
        <p:spPr/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A833556-C032-4BFC-6F71-02DFDFA0880C}"/>
              </a:ext>
            </a:extLst>
          </p:cNvPr>
          <p:cNvSpPr txBox="1"/>
          <p:nvPr/>
        </p:nvSpPr>
        <p:spPr>
          <a:xfrm>
            <a:off x="612473" y="1195928"/>
            <a:ext cx="4777107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Métricas reales de la demo</a:t>
            </a:r>
            <a:endParaRPr lang="en-ID" sz="4400" b="1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3DDBB8E-DC75-7082-8090-837411A53BFE}"/>
              </a:ext>
            </a:extLst>
          </p:cNvPr>
          <p:cNvSpPr txBox="1"/>
          <p:nvPr/>
        </p:nvSpPr>
        <p:spPr>
          <a:xfrm>
            <a:off x="612474" y="5533384"/>
            <a:ext cx="3990392" cy="7377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14 alumnos · 8 clases · 3 profesores · 3 pistas · Ocupación 44% · Retención 94%</a:t>
            </a:r>
            <a:endParaRPr lang="en-ID" sz="1200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E049F6D-1899-6B28-7B63-9C3DB6DFE312}"/>
              </a:ext>
            </a:extLst>
          </p:cNvPr>
          <p:cNvSpPr/>
          <p:nvPr/>
        </p:nvSpPr>
        <p:spPr>
          <a:xfrm>
            <a:off x="9149080" y="404813"/>
            <a:ext cx="2430446" cy="1405540"/>
          </a:xfrm>
          <a:prstGeom prst="roundRect">
            <a:avLst>
              <a:gd name="adj" fmla="val 5383"/>
            </a:avLst>
          </a:prstGeom>
          <a:solidFill>
            <a:schemeClr val="accent1"/>
          </a:solidFill>
          <a:ln>
            <a:noFill/>
          </a:ln>
          <a:effectLst>
            <a:outerShdw blurRad="520700" sx="103000" sy="103000" algn="ctr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7CA3699-9EFD-8665-A603-26E65107E4CC}"/>
              </a:ext>
            </a:extLst>
          </p:cNvPr>
          <p:cNvSpPr txBox="1"/>
          <p:nvPr/>
        </p:nvSpPr>
        <p:spPr>
          <a:xfrm>
            <a:off x="9299612" y="1195928"/>
            <a:ext cx="21681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2"/>
                </a:solidFill>
              </a:rPr>
              <a:t>Datos que se actualizan automáticamente.</a:t>
            </a:r>
            <a:endParaRPr lang="en-ID" sz="1200" dirty="0">
              <a:solidFill>
                <a:schemeClr val="bg2"/>
              </a:solidFill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A3627A35-5719-F5F9-58D6-E000469D9CAC}"/>
              </a:ext>
            </a:extLst>
          </p:cNvPr>
          <p:cNvSpPr/>
          <p:nvPr/>
        </p:nvSpPr>
        <p:spPr>
          <a:xfrm>
            <a:off x="9382426" y="595012"/>
            <a:ext cx="367705" cy="367705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DFA99D78-5FB2-FBF7-625E-9271A8E7B9D9}"/>
              </a:ext>
            </a:extLst>
          </p:cNvPr>
          <p:cNvGrpSpPr/>
          <p:nvPr/>
        </p:nvGrpSpPr>
        <p:grpSpPr>
          <a:xfrm>
            <a:off x="5623793" y="4164297"/>
            <a:ext cx="2242354" cy="2288890"/>
            <a:chOff x="8171983" y="1289651"/>
            <a:chExt cx="2843116" cy="2902119"/>
          </a:xfrm>
        </p:grpSpPr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79045FE2-7797-12E7-6F31-94ABD4C1AF30}"/>
                </a:ext>
              </a:extLst>
            </p:cNvPr>
            <p:cNvSpPr/>
            <p:nvPr/>
          </p:nvSpPr>
          <p:spPr>
            <a:xfrm>
              <a:off x="8171983" y="1289651"/>
              <a:ext cx="2843116" cy="2902119"/>
            </a:xfrm>
            <a:prstGeom prst="roundRect">
              <a:avLst>
                <a:gd name="adj" fmla="val 3004"/>
              </a:avLst>
            </a:prstGeom>
            <a:solidFill>
              <a:schemeClr val="accent2"/>
            </a:solidFill>
            <a:ln>
              <a:noFill/>
            </a:ln>
            <a:effectLst>
              <a:outerShdw blurRad="520700" sx="103000" sy="103000" algn="ctr" rotWithShape="0">
                <a:prstClr val="black">
                  <a:alpha val="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51110775-B351-5D9F-84EE-169BA467DBA8}"/>
                </a:ext>
              </a:extLst>
            </p:cNvPr>
            <p:cNvSpPr txBox="1"/>
            <p:nvPr/>
          </p:nvSpPr>
          <p:spPr>
            <a:xfrm>
              <a:off x="8407682" y="1525458"/>
              <a:ext cx="2194726" cy="8194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+mj-lt"/>
                </a:rPr>
                <a:t>65,5%</a:t>
              </a:r>
              <a:endParaRPr lang="en-ID" sz="3600" dirty="0">
                <a:solidFill>
                  <a:schemeClr val="tx2">
                    <a:lumMod val="75000"/>
                    <a:lumOff val="25000"/>
                  </a:schemeClr>
                </a:solidFill>
                <a:latin typeface="+mj-lt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4C011F6E-C88B-90A7-C968-109C665B174B}"/>
                </a:ext>
              </a:extLst>
            </p:cNvPr>
            <p:cNvSpPr txBox="1"/>
            <p:nvPr/>
          </p:nvSpPr>
          <p:spPr>
            <a:xfrm>
              <a:off x="8407682" y="3066603"/>
              <a:ext cx="2069589" cy="9365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chemeClr val="tx2">
                      <a:lumMod val="75000"/>
                      <a:lumOff val="25000"/>
                    </a:schemeClr>
                  </a:solidFill>
                </a:rPr>
                <a:t>Building the future of </a:t>
              </a:r>
              <a:r>
                <a:rPr lang="en-US" sz="1400" b="1" dirty="0">
                  <a:solidFill>
                    <a:schemeClr val="tx2">
                      <a:lumMod val="75000"/>
                      <a:lumOff val="25000"/>
                    </a:schemeClr>
                  </a:solidFill>
                </a:rPr>
                <a:t>racquet</a:t>
              </a:r>
              <a:r>
                <a:rPr lang="en-US" sz="1400" dirty="0">
                  <a:solidFill>
                    <a:schemeClr val="tx2">
                      <a:lumMod val="75000"/>
                      <a:lumOff val="25000"/>
                    </a:schemeClr>
                  </a:solidFill>
                </a:rPr>
                <a:t> sports</a:t>
              </a:r>
            </a:p>
          </p:txBody>
        </p: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DBA6AB9D-725B-4A57-87FC-E3885142205A}"/>
              </a:ext>
            </a:extLst>
          </p:cNvPr>
          <p:cNvSpPr txBox="1"/>
          <p:nvPr/>
        </p:nvSpPr>
        <p:spPr>
          <a:xfrm>
            <a:off x="612473" y="4825498"/>
            <a:ext cx="233392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chemeClr val="tx2">
                    <a:lumMod val="75000"/>
                    <a:lumOff val="25000"/>
                  </a:schemeClr>
                </a:solidFill>
                <a:latin typeface="+mj-lt"/>
              </a:rPr>
              <a:t>826€ MRR</a:t>
            </a:r>
            <a:endParaRPr lang="en-ID" sz="4000" dirty="0">
              <a:solidFill>
                <a:schemeClr val="tx2">
                  <a:lumMod val="75000"/>
                  <a:lumOff val="25000"/>
                </a:schemeClr>
              </a:solidFill>
              <a:latin typeface="+mj-lt"/>
            </a:endParaRP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5EC918E8-A49C-0FD8-05D7-09D864FCBA73}"/>
              </a:ext>
            </a:extLst>
          </p:cNvPr>
          <p:cNvGrpSpPr/>
          <p:nvPr/>
        </p:nvGrpSpPr>
        <p:grpSpPr>
          <a:xfrm>
            <a:off x="5161862" y="2482156"/>
            <a:ext cx="953188" cy="953188"/>
            <a:chOff x="4251368" y="1276451"/>
            <a:chExt cx="953188" cy="953188"/>
          </a:xfrm>
        </p:grpSpPr>
        <p:sp>
          <p:nvSpPr>
            <p:cNvPr id="29" name="Star: 24 Points 28">
              <a:extLst>
                <a:ext uri="{FF2B5EF4-FFF2-40B4-BE49-F238E27FC236}">
                  <a16:creationId xmlns:a16="http://schemas.microsoft.com/office/drawing/2014/main" id="{1BD4938E-82BD-C434-9BF1-A472BAC91FA9}"/>
                </a:ext>
              </a:extLst>
            </p:cNvPr>
            <p:cNvSpPr/>
            <p:nvPr/>
          </p:nvSpPr>
          <p:spPr>
            <a:xfrm>
              <a:off x="4251368" y="1276451"/>
              <a:ext cx="953188" cy="953188"/>
            </a:xfrm>
            <a:prstGeom prst="star24">
              <a:avLst>
                <a:gd name="adj" fmla="val 45833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30" name="Graphic 9">
              <a:extLst>
                <a:ext uri="{FF2B5EF4-FFF2-40B4-BE49-F238E27FC236}">
                  <a16:creationId xmlns:a16="http://schemas.microsoft.com/office/drawing/2014/main" id="{A053C9E6-9903-9C76-0479-99BC88662784}"/>
                </a:ext>
              </a:extLst>
            </p:cNvPr>
            <p:cNvSpPr/>
            <p:nvPr/>
          </p:nvSpPr>
          <p:spPr>
            <a:xfrm>
              <a:off x="4535485" y="1559066"/>
              <a:ext cx="386748" cy="386748"/>
            </a:xfrm>
            <a:custGeom>
              <a:avLst/>
              <a:gdLst>
                <a:gd name="connsiteX0" fmla="*/ 211479 w 386748"/>
                <a:gd name="connsiteY0" fmla="*/ 178 h 386748"/>
                <a:gd name="connsiteX1" fmla="*/ 386587 w 386748"/>
                <a:gd name="connsiteY1" fmla="*/ 175286 h 386748"/>
                <a:gd name="connsiteX2" fmla="*/ 254872 w 386748"/>
                <a:gd name="connsiteY2" fmla="*/ 131893 h 386748"/>
                <a:gd name="connsiteX3" fmla="*/ 211479 w 386748"/>
                <a:gd name="connsiteY3" fmla="*/ 178 h 386748"/>
                <a:gd name="connsiteX4" fmla="*/ 364114 w 386748"/>
                <a:gd name="connsiteY4" fmla="*/ 209554 h 386748"/>
                <a:gd name="connsiteX5" fmla="*/ 177499 w 386748"/>
                <a:gd name="connsiteY5" fmla="*/ 23107 h 386748"/>
                <a:gd name="connsiteX6" fmla="*/ 178926 w 386748"/>
                <a:gd name="connsiteY6" fmla="*/ 0 h 386748"/>
                <a:gd name="connsiteX7" fmla="*/ 0 w 386748"/>
                <a:gd name="connsiteY7" fmla="*/ 179201 h 386748"/>
                <a:gd name="connsiteX8" fmla="*/ 207562 w 386748"/>
                <a:gd name="connsiteY8" fmla="*/ 336156 h 386748"/>
                <a:gd name="connsiteX9" fmla="*/ 207564 w 386748"/>
                <a:gd name="connsiteY9" fmla="*/ 386749 h 386748"/>
                <a:gd name="connsiteX10" fmla="*/ 386749 w 386748"/>
                <a:gd name="connsiteY10" fmla="*/ 208033 h 386748"/>
                <a:gd name="connsiteX11" fmla="*/ 364114 w 386748"/>
                <a:gd name="connsiteY11" fmla="*/ 209554 h 386748"/>
                <a:gd name="connsiteX12" fmla="*/ 132540 w 386748"/>
                <a:gd name="connsiteY12" fmla="*/ 254225 h 386748"/>
                <a:gd name="connsiteX13" fmla="*/ 210 w 386748"/>
                <a:gd name="connsiteY13" fmla="*/ 211754 h 386748"/>
                <a:gd name="connsiteX14" fmla="*/ 174946 w 386748"/>
                <a:gd name="connsiteY14" fmla="*/ 386490 h 386748"/>
                <a:gd name="connsiteX15" fmla="*/ 132540 w 386748"/>
                <a:gd name="connsiteY15" fmla="*/ 254225 h 3867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386748" h="386748">
                  <a:moveTo>
                    <a:pt x="211479" y="178"/>
                  </a:moveTo>
                  <a:cubicBezTo>
                    <a:pt x="304411" y="8741"/>
                    <a:pt x="378023" y="82354"/>
                    <a:pt x="386587" y="175286"/>
                  </a:cubicBezTo>
                  <a:cubicBezTo>
                    <a:pt x="338289" y="182481"/>
                    <a:pt x="289435" y="166386"/>
                    <a:pt x="254872" y="131893"/>
                  </a:cubicBezTo>
                  <a:cubicBezTo>
                    <a:pt x="220369" y="97334"/>
                    <a:pt x="204274" y="48477"/>
                    <a:pt x="211479" y="178"/>
                  </a:cubicBezTo>
                  <a:close/>
                  <a:moveTo>
                    <a:pt x="364114" y="209554"/>
                  </a:moveTo>
                  <a:cubicBezTo>
                    <a:pt x="261096" y="209599"/>
                    <a:pt x="177546" y="126125"/>
                    <a:pt x="177499" y="23107"/>
                  </a:cubicBezTo>
                  <a:cubicBezTo>
                    <a:pt x="177496" y="15382"/>
                    <a:pt x="177973" y="7665"/>
                    <a:pt x="178926" y="0"/>
                  </a:cubicBezTo>
                  <a:cubicBezTo>
                    <a:pt x="82993" y="6869"/>
                    <a:pt x="6722" y="83257"/>
                    <a:pt x="0" y="179201"/>
                  </a:cubicBezTo>
                  <a:cubicBezTo>
                    <a:pt x="100659" y="165227"/>
                    <a:pt x="193586" y="235499"/>
                    <a:pt x="207562" y="336156"/>
                  </a:cubicBezTo>
                  <a:cubicBezTo>
                    <a:pt x="209892" y="352941"/>
                    <a:pt x="209892" y="369964"/>
                    <a:pt x="207564" y="386749"/>
                  </a:cubicBezTo>
                  <a:cubicBezTo>
                    <a:pt x="303437" y="380052"/>
                    <a:pt x="379801" y="303888"/>
                    <a:pt x="386749" y="208033"/>
                  </a:cubicBezTo>
                  <a:cubicBezTo>
                    <a:pt x="379242" y="208997"/>
                    <a:pt x="371683" y="209505"/>
                    <a:pt x="364114" y="209554"/>
                  </a:cubicBezTo>
                  <a:close/>
                  <a:moveTo>
                    <a:pt x="132540" y="254225"/>
                  </a:moveTo>
                  <a:cubicBezTo>
                    <a:pt x="97838" y="219593"/>
                    <a:pt x="48585" y="203786"/>
                    <a:pt x="210" y="211754"/>
                  </a:cubicBezTo>
                  <a:cubicBezTo>
                    <a:pt x="8932" y="304406"/>
                    <a:pt x="82295" y="377768"/>
                    <a:pt x="174946" y="386490"/>
                  </a:cubicBezTo>
                  <a:cubicBezTo>
                    <a:pt x="182923" y="338146"/>
                    <a:pt x="167140" y="288918"/>
                    <a:pt x="132540" y="254225"/>
                  </a:cubicBezTo>
                  <a:close/>
                </a:path>
              </a:pathLst>
            </a:custGeom>
            <a:solidFill>
              <a:schemeClr val="bg2"/>
            </a:solidFill>
            <a:ln w="158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/>
            </a:p>
          </p:txBody>
        </p:sp>
      </p:grpSp>
      <p:sp>
        <p:nvSpPr>
          <p:cNvPr id="22" name="Graphic 20">
            <a:extLst>
              <a:ext uri="{FF2B5EF4-FFF2-40B4-BE49-F238E27FC236}">
                <a16:creationId xmlns:a16="http://schemas.microsoft.com/office/drawing/2014/main" id="{9E91E623-A040-AAA2-454C-F2C95D70B104}"/>
              </a:ext>
            </a:extLst>
          </p:cNvPr>
          <p:cNvSpPr/>
          <p:nvPr/>
        </p:nvSpPr>
        <p:spPr>
          <a:xfrm>
            <a:off x="9488001" y="703652"/>
            <a:ext cx="156602" cy="156746"/>
          </a:xfrm>
          <a:custGeom>
            <a:avLst/>
            <a:gdLst>
              <a:gd name="connsiteX0" fmla="*/ 71754 w 156602"/>
              <a:gd name="connsiteY0" fmla="*/ 29557 h 156746"/>
              <a:gd name="connsiteX1" fmla="*/ 65263 w 156602"/>
              <a:gd name="connsiteY1" fmla="*/ 7117 h 156746"/>
              <a:gd name="connsiteX2" fmla="*/ 138687 w 156602"/>
              <a:gd name="connsiteY2" fmla="*/ 18069 h 156746"/>
              <a:gd name="connsiteX3" fmla="*/ 156554 w 156602"/>
              <a:gd name="connsiteY3" fmla="*/ 63855 h 156746"/>
              <a:gd name="connsiteX4" fmla="*/ 136195 w 156602"/>
              <a:gd name="connsiteY4" fmla="*/ 110280 h 156746"/>
              <a:gd name="connsiteX5" fmla="*/ 119085 w 156602"/>
              <a:gd name="connsiteY5" fmla="*/ 123085 h 156746"/>
              <a:gd name="connsiteX6" fmla="*/ 57318 w 156602"/>
              <a:gd name="connsiteY6" fmla="*/ 61344 h 156746"/>
              <a:gd name="connsiteX7" fmla="*/ 71754 w 156602"/>
              <a:gd name="connsiteY7" fmla="*/ 29557 h 156746"/>
              <a:gd name="connsiteX8" fmla="*/ 58708 w 156602"/>
              <a:gd name="connsiteY8" fmla="*/ 29557 h 156746"/>
              <a:gd name="connsiteX9" fmla="*/ 29354 w 156602"/>
              <a:gd name="connsiteY9" fmla="*/ 203 h 156746"/>
              <a:gd name="connsiteX10" fmla="*/ 0 w 156602"/>
              <a:gd name="connsiteY10" fmla="*/ 29557 h 156746"/>
              <a:gd name="connsiteX11" fmla="*/ 29354 w 156602"/>
              <a:gd name="connsiteY11" fmla="*/ 58910 h 156746"/>
              <a:gd name="connsiteX12" fmla="*/ 58708 w 156602"/>
              <a:gd name="connsiteY12" fmla="*/ 29557 h 156746"/>
              <a:gd name="connsiteX13" fmla="*/ 46046 w 156602"/>
              <a:gd name="connsiteY13" fmla="*/ 68519 h 156746"/>
              <a:gd name="connsiteX14" fmla="*/ 29354 w 156602"/>
              <a:gd name="connsiteY14" fmla="*/ 71957 h 156746"/>
              <a:gd name="connsiteX15" fmla="*/ 26295 w 156602"/>
              <a:gd name="connsiteY15" fmla="*/ 71800 h 156746"/>
              <a:gd name="connsiteX16" fmla="*/ 29556 w 156602"/>
              <a:gd name="connsiteY16" fmla="*/ 88408 h 156746"/>
              <a:gd name="connsiteX17" fmla="*/ 33144 w 156602"/>
              <a:gd name="connsiteY17" fmla="*/ 98049 h 156746"/>
              <a:gd name="connsiteX18" fmla="*/ 32615 w 156602"/>
              <a:gd name="connsiteY18" fmla="*/ 101819 h 156746"/>
              <a:gd name="connsiteX19" fmla="*/ 7736 w 156602"/>
              <a:gd name="connsiteY19" fmla="*/ 119197 h 156746"/>
              <a:gd name="connsiteX20" fmla="*/ 7736 w 156602"/>
              <a:gd name="connsiteY20" fmla="*/ 119288 h 156746"/>
              <a:gd name="connsiteX21" fmla="*/ 4789 w 156602"/>
              <a:gd name="connsiteY21" fmla="*/ 149013 h 156746"/>
              <a:gd name="connsiteX22" fmla="*/ 34514 w 156602"/>
              <a:gd name="connsiteY22" fmla="*/ 151960 h 156746"/>
              <a:gd name="connsiteX23" fmla="*/ 37964 w 156602"/>
              <a:gd name="connsiteY23" fmla="*/ 148375 h 156746"/>
              <a:gd name="connsiteX24" fmla="*/ 38030 w 156602"/>
              <a:gd name="connsiteY24" fmla="*/ 148414 h 156746"/>
              <a:gd name="connsiteX25" fmla="*/ 54794 w 156602"/>
              <a:gd name="connsiteY25" fmla="*/ 124141 h 156746"/>
              <a:gd name="connsiteX26" fmla="*/ 58708 w 156602"/>
              <a:gd name="connsiteY26" fmla="*/ 123365 h 156746"/>
              <a:gd name="connsiteX27" fmla="*/ 88153 w 156602"/>
              <a:gd name="connsiteY27" fmla="*/ 130619 h 156746"/>
              <a:gd name="connsiteX28" fmla="*/ 105928 w 156602"/>
              <a:gd name="connsiteY28" fmla="*/ 128401 h 1567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56602" h="156746">
                <a:moveTo>
                  <a:pt x="71754" y="29557"/>
                </a:moveTo>
                <a:cubicBezTo>
                  <a:pt x="71752" y="21614"/>
                  <a:pt x="69502" y="13834"/>
                  <a:pt x="65263" y="7117"/>
                </a:cubicBezTo>
                <a:cubicBezTo>
                  <a:pt x="89533" y="-5481"/>
                  <a:pt x="119151" y="-1064"/>
                  <a:pt x="138687" y="18069"/>
                </a:cubicBezTo>
                <a:cubicBezTo>
                  <a:pt x="150760" y="30176"/>
                  <a:pt x="157236" y="46771"/>
                  <a:pt x="156554" y="63855"/>
                </a:cubicBezTo>
                <a:cubicBezTo>
                  <a:pt x="155955" y="81364"/>
                  <a:pt x="148670" y="97978"/>
                  <a:pt x="136195" y="110280"/>
                </a:cubicBezTo>
                <a:cubicBezTo>
                  <a:pt x="131150" y="115363"/>
                  <a:pt x="125385" y="119677"/>
                  <a:pt x="119085" y="123085"/>
                </a:cubicBezTo>
                <a:lnTo>
                  <a:pt x="57318" y="61344"/>
                </a:lnTo>
                <a:cubicBezTo>
                  <a:pt x="66485" y="53322"/>
                  <a:pt x="71746" y="41737"/>
                  <a:pt x="71754" y="29557"/>
                </a:cubicBezTo>
                <a:close/>
                <a:moveTo>
                  <a:pt x="58708" y="29557"/>
                </a:moveTo>
                <a:cubicBezTo>
                  <a:pt x="58708" y="13345"/>
                  <a:pt x="45566" y="203"/>
                  <a:pt x="29354" y="203"/>
                </a:cubicBezTo>
                <a:cubicBezTo>
                  <a:pt x="13142" y="203"/>
                  <a:pt x="0" y="13345"/>
                  <a:pt x="0" y="29557"/>
                </a:cubicBezTo>
                <a:cubicBezTo>
                  <a:pt x="0" y="45768"/>
                  <a:pt x="13142" y="58910"/>
                  <a:pt x="29354" y="58910"/>
                </a:cubicBezTo>
                <a:cubicBezTo>
                  <a:pt x="45558" y="58892"/>
                  <a:pt x="58690" y="45761"/>
                  <a:pt x="58708" y="29557"/>
                </a:cubicBezTo>
                <a:close/>
                <a:moveTo>
                  <a:pt x="46046" y="68519"/>
                </a:moveTo>
                <a:cubicBezTo>
                  <a:pt x="40774" y="70789"/>
                  <a:pt x="35094" y="71959"/>
                  <a:pt x="29354" y="71957"/>
                </a:cubicBezTo>
                <a:cubicBezTo>
                  <a:pt x="28323" y="71957"/>
                  <a:pt x="27306" y="71872"/>
                  <a:pt x="26295" y="71800"/>
                </a:cubicBezTo>
                <a:cubicBezTo>
                  <a:pt x="26612" y="77459"/>
                  <a:pt x="27710" y="83048"/>
                  <a:pt x="29556" y="88408"/>
                </a:cubicBezTo>
                <a:cubicBezTo>
                  <a:pt x="30492" y="91712"/>
                  <a:pt x="31692" y="94936"/>
                  <a:pt x="33144" y="98049"/>
                </a:cubicBezTo>
                <a:cubicBezTo>
                  <a:pt x="33833" y="99282"/>
                  <a:pt x="33617" y="100823"/>
                  <a:pt x="32615" y="101819"/>
                </a:cubicBezTo>
                <a:lnTo>
                  <a:pt x="7736" y="119197"/>
                </a:lnTo>
                <a:lnTo>
                  <a:pt x="7736" y="119288"/>
                </a:lnTo>
                <a:cubicBezTo>
                  <a:pt x="-1286" y="126683"/>
                  <a:pt x="-2605" y="139991"/>
                  <a:pt x="4789" y="149013"/>
                </a:cubicBezTo>
                <a:cubicBezTo>
                  <a:pt x="12184" y="158035"/>
                  <a:pt x="25492" y="159355"/>
                  <a:pt x="34514" y="151960"/>
                </a:cubicBezTo>
                <a:cubicBezTo>
                  <a:pt x="35801" y="150905"/>
                  <a:pt x="36960" y="149701"/>
                  <a:pt x="37964" y="148375"/>
                </a:cubicBezTo>
                <a:lnTo>
                  <a:pt x="38030" y="148414"/>
                </a:lnTo>
                <a:lnTo>
                  <a:pt x="54794" y="124141"/>
                </a:lnTo>
                <a:cubicBezTo>
                  <a:pt x="55770" y="123022"/>
                  <a:pt x="57379" y="122702"/>
                  <a:pt x="58708" y="123365"/>
                </a:cubicBezTo>
                <a:cubicBezTo>
                  <a:pt x="67824" y="128044"/>
                  <a:pt x="77907" y="130527"/>
                  <a:pt x="88153" y="130619"/>
                </a:cubicBezTo>
                <a:cubicBezTo>
                  <a:pt x="94155" y="130760"/>
                  <a:pt x="100145" y="130013"/>
                  <a:pt x="105928" y="128401"/>
                </a:cubicBezTo>
                <a:close/>
              </a:path>
            </a:pathLst>
          </a:custGeom>
          <a:solidFill>
            <a:schemeClr val="accent1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0066157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Placeholder 16" descr="alumnos.png"/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l="26517" r="26517"/>
          <a:stretch>
            <a:fillRect/>
          </a:stretch>
        </p:blipFill>
        <p:spPr/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7CA4B4C-D8E2-5467-4E3F-A82859F6F584}"/>
              </a:ext>
            </a:extLst>
          </p:cNvPr>
          <p:cNvSpPr txBox="1"/>
          <p:nvPr/>
        </p:nvSpPr>
        <p:spPr>
          <a:xfrm>
            <a:off x="575599" y="1176973"/>
            <a:ext cx="4777107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Ficha completa de cada alumno</a:t>
            </a:r>
            <a:endParaRPr lang="en-ID" sz="4400" b="1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DC9755C-1333-88A3-A22B-48F7F3127282}"/>
              </a:ext>
            </a:extLst>
          </p:cNvPr>
          <p:cNvSpPr txBox="1"/>
          <p:nvPr/>
        </p:nvSpPr>
        <p:spPr>
          <a:xfrm>
            <a:off x="575600" y="5220736"/>
            <a:ext cx="3990392" cy="7377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Datos de contacto, nivel, grupo, asistencia y estado de pago en una sola pantalla. Sabes al instante quién ha pagado y quién no.</a:t>
            </a:r>
            <a:endParaRPr lang="en-ID" sz="1200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E54A4E1C-ABAC-7205-95C6-E5A53E85D69A}"/>
              </a:ext>
            </a:extLst>
          </p:cNvPr>
          <p:cNvGrpSpPr/>
          <p:nvPr/>
        </p:nvGrpSpPr>
        <p:grpSpPr>
          <a:xfrm>
            <a:off x="5352706" y="3218258"/>
            <a:ext cx="3182781" cy="2902119"/>
            <a:chOff x="5352706" y="3309698"/>
            <a:chExt cx="3182781" cy="2902119"/>
          </a:xfrm>
        </p:grpSpPr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31627952-65F2-DCC1-086A-0DD7057C9679}"/>
                </a:ext>
              </a:extLst>
            </p:cNvPr>
            <p:cNvSpPr/>
            <p:nvPr/>
          </p:nvSpPr>
          <p:spPr>
            <a:xfrm>
              <a:off x="5352706" y="3309698"/>
              <a:ext cx="3182781" cy="2902119"/>
            </a:xfrm>
            <a:prstGeom prst="roundRect">
              <a:avLst>
                <a:gd name="adj" fmla="val 3020"/>
              </a:avLst>
            </a:prstGeom>
            <a:solidFill>
              <a:schemeClr val="bg1"/>
            </a:solidFill>
            <a:ln>
              <a:noFill/>
            </a:ln>
            <a:effectLst>
              <a:outerShdw blurRad="520700" sx="103000" sy="103000" algn="ctr" rotWithShape="0">
                <a:prstClr val="black">
                  <a:alpha val="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D82747D5-F98C-F376-959C-3691D0EEDF97}"/>
                </a:ext>
              </a:extLst>
            </p:cNvPr>
            <p:cNvSpPr txBox="1"/>
            <p:nvPr/>
          </p:nvSpPr>
          <p:spPr>
            <a:xfrm>
              <a:off x="5588407" y="3545505"/>
              <a:ext cx="2194726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000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+mj-lt"/>
                </a:rPr>
                <a:t>65,5%</a:t>
              </a:r>
              <a:endParaRPr lang="en-ID" sz="4000" dirty="0">
                <a:solidFill>
                  <a:schemeClr val="tx2">
                    <a:lumMod val="75000"/>
                    <a:lumOff val="25000"/>
                  </a:schemeClr>
                </a:solidFill>
                <a:latin typeface="+mj-lt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9C813994-9F65-435F-FB2A-4ABFA9CCECA4}"/>
                </a:ext>
              </a:extLst>
            </p:cNvPr>
            <p:cNvSpPr txBox="1"/>
            <p:nvPr/>
          </p:nvSpPr>
          <p:spPr>
            <a:xfrm>
              <a:off x="5588407" y="4996476"/>
              <a:ext cx="2310474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solidFill>
                    <a:schemeClr val="tx2">
                      <a:lumMod val="75000"/>
                      <a:lumOff val="25000"/>
                    </a:schemeClr>
                  </a:solidFill>
                </a:rPr>
                <a:t>Building the future of </a:t>
              </a:r>
              <a:r>
                <a:rPr lang="en-US" sz="2000" b="1" dirty="0">
                  <a:solidFill>
                    <a:schemeClr val="tx2">
                      <a:lumMod val="75000"/>
                      <a:lumOff val="25000"/>
                    </a:schemeClr>
                  </a:solidFill>
                </a:rPr>
                <a:t>racquet</a:t>
              </a:r>
              <a:r>
                <a:rPr lang="en-US" sz="2000" dirty="0">
                  <a:solidFill>
                    <a:schemeClr val="tx2">
                      <a:lumMod val="75000"/>
                      <a:lumOff val="25000"/>
                    </a:schemeClr>
                  </a:solidFill>
                </a:rPr>
                <a:t> sports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1BBC77C6-228F-518B-F4B2-B35E748DA7AC}"/>
              </a:ext>
            </a:extLst>
          </p:cNvPr>
          <p:cNvGrpSpPr/>
          <p:nvPr/>
        </p:nvGrpSpPr>
        <p:grpSpPr>
          <a:xfrm>
            <a:off x="7958476" y="2824037"/>
            <a:ext cx="953188" cy="953188"/>
            <a:chOff x="4251368" y="1276451"/>
            <a:chExt cx="953188" cy="953188"/>
          </a:xfrm>
        </p:grpSpPr>
        <p:sp>
          <p:nvSpPr>
            <p:cNvPr id="12" name="Star: 24 Points 11">
              <a:extLst>
                <a:ext uri="{FF2B5EF4-FFF2-40B4-BE49-F238E27FC236}">
                  <a16:creationId xmlns:a16="http://schemas.microsoft.com/office/drawing/2014/main" id="{000BE1C6-961D-A9B2-3BE7-11A05FA677A2}"/>
                </a:ext>
              </a:extLst>
            </p:cNvPr>
            <p:cNvSpPr/>
            <p:nvPr/>
          </p:nvSpPr>
          <p:spPr>
            <a:xfrm>
              <a:off x="4251368" y="1276451"/>
              <a:ext cx="953188" cy="953188"/>
            </a:xfrm>
            <a:prstGeom prst="star24">
              <a:avLst>
                <a:gd name="adj" fmla="val 45833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13" name="Graphic 9">
              <a:extLst>
                <a:ext uri="{FF2B5EF4-FFF2-40B4-BE49-F238E27FC236}">
                  <a16:creationId xmlns:a16="http://schemas.microsoft.com/office/drawing/2014/main" id="{938458F7-219C-0561-FB72-E6BA1F4E4C1B}"/>
                </a:ext>
              </a:extLst>
            </p:cNvPr>
            <p:cNvSpPr/>
            <p:nvPr/>
          </p:nvSpPr>
          <p:spPr>
            <a:xfrm>
              <a:off x="4535485" y="1559066"/>
              <a:ext cx="386748" cy="386748"/>
            </a:xfrm>
            <a:custGeom>
              <a:avLst/>
              <a:gdLst>
                <a:gd name="connsiteX0" fmla="*/ 211479 w 386748"/>
                <a:gd name="connsiteY0" fmla="*/ 178 h 386748"/>
                <a:gd name="connsiteX1" fmla="*/ 386587 w 386748"/>
                <a:gd name="connsiteY1" fmla="*/ 175286 h 386748"/>
                <a:gd name="connsiteX2" fmla="*/ 254872 w 386748"/>
                <a:gd name="connsiteY2" fmla="*/ 131893 h 386748"/>
                <a:gd name="connsiteX3" fmla="*/ 211479 w 386748"/>
                <a:gd name="connsiteY3" fmla="*/ 178 h 386748"/>
                <a:gd name="connsiteX4" fmla="*/ 364114 w 386748"/>
                <a:gd name="connsiteY4" fmla="*/ 209554 h 386748"/>
                <a:gd name="connsiteX5" fmla="*/ 177499 w 386748"/>
                <a:gd name="connsiteY5" fmla="*/ 23107 h 386748"/>
                <a:gd name="connsiteX6" fmla="*/ 178926 w 386748"/>
                <a:gd name="connsiteY6" fmla="*/ 0 h 386748"/>
                <a:gd name="connsiteX7" fmla="*/ 0 w 386748"/>
                <a:gd name="connsiteY7" fmla="*/ 179201 h 386748"/>
                <a:gd name="connsiteX8" fmla="*/ 207562 w 386748"/>
                <a:gd name="connsiteY8" fmla="*/ 336156 h 386748"/>
                <a:gd name="connsiteX9" fmla="*/ 207564 w 386748"/>
                <a:gd name="connsiteY9" fmla="*/ 386749 h 386748"/>
                <a:gd name="connsiteX10" fmla="*/ 386749 w 386748"/>
                <a:gd name="connsiteY10" fmla="*/ 208033 h 386748"/>
                <a:gd name="connsiteX11" fmla="*/ 364114 w 386748"/>
                <a:gd name="connsiteY11" fmla="*/ 209554 h 386748"/>
                <a:gd name="connsiteX12" fmla="*/ 132540 w 386748"/>
                <a:gd name="connsiteY12" fmla="*/ 254225 h 386748"/>
                <a:gd name="connsiteX13" fmla="*/ 210 w 386748"/>
                <a:gd name="connsiteY13" fmla="*/ 211754 h 386748"/>
                <a:gd name="connsiteX14" fmla="*/ 174946 w 386748"/>
                <a:gd name="connsiteY14" fmla="*/ 386490 h 386748"/>
                <a:gd name="connsiteX15" fmla="*/ 132540 w 386748"/>
                <a:gd name="connsiteY15" fmla="*/ 254225 h 3867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386748" h="386748">
                  <a:moveTo>
                    <a:pt x="211479" y="178"/>
                  </a:moveTo>
                  <a:cubicBezTo>
                    <a:pt x="304411" y="8741"/>
                    <a:pt x="378023" y="82354"/>
                    <a:pt x="386587" y="175286"/>
                  </a:cubicBezTo>
                  <a:cubicBezTo>
                    <a:pt x="338289" y="182481"/>
                    <a:pt x="289435" y="166386"/>
                    <a:pt x="254872" y="131893"/>
                  </a:cubicBezTo>
                  <a:cubicBezTo>
                    <a:pt x="220369" y="97334"/>
                    <a:pt x="204274" y="48477"/>
                    <a:pt x="211479" y="178"/>
                  </a:cubicBezTo>
                  <a:close/>
                  <a:moveTo>
                    <a:pt x="364114" y="209554"/>
                  </a:moveTo>
                  <a:cubicBezTo>
                    <a:pt x="261096" y="209599"/>
                    <a:pt x="177546" y="126125"/>
                    <a:pt x="177499" y="23107"/>
                  </a:cubicBezTo>
                  <a:cubicBezTo>
                    <a:pt x="177496" y="15382"/>
                    <a:pt x="177973" y="7665"/>
                    <a:pt x="178926" y="0"/>
                  </a:cubicBezTo>
                  <a:cubicBezTo>
                    <a:pt x="82993" y="6869"/>
                    <a:pt x="6722" y="83257"/>
                    <a:pt x="0" y="179201"/>
                  </a:cubicBezTo>
                  <a:cubicBezTo>
                    <a:pt x="100659" y="165227"/>
                    <a:pt x="193586" y="235499"/>
                    <a:pt x="207562" y="336156"/>
                  </a:cubicBezTo>
                  <a:cubicBezTo>
                    <a:pt x="209892" y="352941"/>
                    <a:pt x="209892" y="369964"/>
                    <a:pt x="207564" y="386749"/>
                  </a:cubicBezTo>
                  <a:cubicBezTo>
                    <a:pt x="303437" y="380052"/>
                    <a:pt x="379801" y="303888"/>
                    <a:pt x="386749" y="208033"/>
                  </a:cubicBezTo>
                  <a:cubicBezTo>
                    <a:pt x="379242" y="208997"/>
                    <a:pt x="371683" y="209505"/>
                    <a:pt x="364114" y="209554"/>
                  </a:cubicBezTo>
                  <a:close/>
                  <a:moveTo>
                    <a:pt x="132540" y="254225"/>
                  </a:moveTo>
                  <a:cubicBezTo>
                    <a:pt x="97838" y="219593"/>
                    <a:pt x="48585" y="203786"/>
                    <a:pt x="210" y="211754"/>
                  </a:cubicBezTo>
                  <a:cubicBezTo>
                    <a:pt x="8932" y="304406"/>
                    <a:pt x="82295" y="377768"/>
                    <a:pt x="174946" y="386490"/>
                  </a:cubicBezTo>
                  <a:cubicBezTo>
                    <a:pt x="182923" y="338146"/>
                    <a:pt x="167140" y="288918"/>
                    <a:pt x="132540" y="254225"/>
                  </a:cubicBezTo>
                  <a:close/>
                </a:path>
              </a:pathLst>
            </a:custGeom>
            <a:solidFill>
              <a:schemeClr val="bg2"/>
            </a:solidFill>
            <a:ln w="158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/>
            </a:p>
          </p:txBody>
        </p:sp>
      </p:grpSp>
    </p:spTree>
    <p:extLst>
      <p:ext uri="{BB962C8B-B14F-4D97-AF65-F5344CB8AC3E}">
        <p14:creationId xmlns:p14="http://schemas.microsoft.com/office/powerpoint/2010/main" val="21023226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DAB10F82-A445-3BA9-DE8E-AE954B844740}"/>
              </a:ext>
            </a:extLst>
          </p:cNvPr>
          <p:cNvGrpSpPr/>
          <p:nvPr/>
        </p:nvGrpSpPr>
        <p:grpSpPr>
          <a:xfrm>
            <a:off x="5375926" y="1842331"/>
            <a:ext cx="6408087" cy="3865804"/>
            <a:chOff x="5081081" y="2388245"/>
            <a:chExt cx="6408087" cy="3865804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4B66C08D-9325-993C-C03B-0059E44FDA0B}"/>
                </a:ext>
              </a:extLst>
            </p:cNvPr>
            <p:cNvSpPr txBox="1"/>
            <p:nvPr/>
          </p:nvSpPr>
          <p:spPr>
            <a:xfrm>
              <a:off x="5081081" y="3498064"/>
              <a:ext cx="6408087" cy="21236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lt"/>
                </a:rPr>
                <a:t>Padel is more than a sport — </a:t>
              </a:r>
              <a:r>
                <a:rPr lang="en-US" sz="4400" dirty="0">
                  <a:solidFill>
                    <a:schemeClr val="accent1"/>
                  </a:solidFill>
                  <a:latin typeface="+mj-lt"/>
                </a:rPr>
                <a:t>it’s a way to connect.</a:t>
              </a:r>
              <a:endParaRPr lang="en-ID" sz="4400" b="1" dirty="0">
                <a:solidFill>
                  <a:schemeClr val="accent1"/>
                </a:solidFill>
                <a:latin typeface="+mj-lt"/>
              </a:endParaRPr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543FCBE2-C47F-6216-638D-60816231753D}"/>
                </a:ext>
              </a:extLst>
            </p:cNvPr>
            <p:cNvGrpSpPr/>
            <p:nvPr/>
          </p:nvGrpSpPr>
          <p:grpSpPr>
            <a:xfrm>
              <a:off x="5081081" y="2388245"/>
              <a:ext cx="953188" cy="953188"/>
              <a:chOff x="4251368" y="1276451"/>
              <a:chExt cx="953188" cy="953188"/>
            </a:xfrm>
          </p:grpSpPr>
          <p:sp>
            <p:nvSpPr>
              <p:cNvPr id="7" name="Star: 24 Points 6">
                <a:extLst>
                  <a:ext uri="{FF2B5EF4-FFF2-40B4-BE49-F238E27FC236}">
                    <a16:creationId xmlns:a16="http://schemas.microsoft.com/office/drawing/2014/main" id="{D09295DD-D698-3DDD-0EB8-1A5416876927}"/>
                  </a:ext>
                </a:extLst>
              </p:cNvPr>
              <p:cNvSpPr/>
              <p:nvPr/>
            </p:nvSpPr>
            <p:spPr>
              <a:xfrm>
                <a:off x="4251368" y="1276451"/>
                <a:ext cx="953188" cy="953188"/>
              </a:xfrm>
              <a:prstGeom prst="star24">
                <a:avLst>
                  <a:gd name="adj" fmla="val 45833"/>
                </a:avLst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D"/>
              </a:p>
            </p:txBody>
          </p:sp>
          <p:sp>
            <p:nvSpPr>
              <p:cNvPr id="8" name="Graphic 9">
                <a:extLst>
                  <a:ext uri="{FF2B5EF4-FFF2-40B4-BE49-F238E27FC236}">
                    <a16:creationId xmlns:a16="http://schemas.microsoft.com/office/drawing/2014/main" id="{D589D685-7168-98FE-045F-1EE0BDF2A0FF}"/>
                  </a:ext>
                </a:extLst>
              </p:cNvPr>
              <p:cNvSpPr/>
              <p:nvPr/>
            </p:nvSpPr>
            <p:spPr>
              <a:xfrm>
                <a:off x="4535485" y="1559066"/>
                <a:ext cx="386748" cy="386748"/>
              </a:xfrm>
              <a:custGeom>
                <a:avLst/>
                <a:gdLst>
                  <a:gd name="connsiteX0" fmla="*/ 211479 w 386748"/>
                  <a:gd name="connsiteY0" fmla="*/ 178 h 386748"/>
                  <a:gd name="connsiteX1" fmla="*/ 386587 w 386748"/>
                  <a:gd name="connsiteY1" fmla="*/ 175286 h 386748"/>
                  <a:gd name="connsiteX2" fmla="*/ 254872 w 386748"/>
                  <a:gd name="connsiteY2" fmla="*/ 131893 h 386748"/>
                  <a:gd name="connsiteX3" fmla="*/ 211479 w 386748"/>
                  <a:gd name="connsiteY3" fmla="*/ 178 h 386748"/>
                  <a:gd name="connsiteX4" fmla="*/ 364114 w 386748"/>
                  <a:gd name="connsiteY4" fmla="*/ 209554 h 386748"/>
                  <a:gd name="connsiteX5" fmla="*/ 177499 w 386748"/>
                  <a:gd name="connsiteY5" fmla="*/ 23107 h 386748"/>
                  <a:gd name="connsiteX6" fmla="*/ 178926 w 386748"/>
                  <a:gd name="connsiteY6" fmla="*/ 0 h 386748"/>
                  <a:gd name="connsiteX7" fmla="*/ 0 w 386748"/>
                  <a:gd name="connsiteY7" fmla="*/ 179201 h 386748"/>
                  <a:gd name="connsiteX8" fmla="*/ 207562 w 386748"/>
                  <a:gd name="connsiteY8" fmla="*/ 336156 h 386748"/>
                  <a:gd name="connsiteX9" fmla="*/ 207564 w 386748"/>
                  <a:gd name="connsiteY9" fmla="*/ 386749 h 386748"/>
                  <a:gd name="connsiteX10" fmla="*/ 386749 w 386748"/>
                  <a:gd name="connsiteY10" fmla="*/ 208033 h 386748"/>
                  <a:gd name="connsiteX11" fmla="*/ 364114 w 386748"/>
                  <a:gd name="connsiteY11" fmla="*/ 209554 h 386748"/>
                  <a:gd name="connsiteX12" fmla="*/ 132540 w 386748"/>
                  <a:gd name="connsiteY12" fmla="*/ 254225 h 386748"/>
                  <a:gd name="connsiteX13" fmla="*/ 210 w 386748"/>
                  <a:gd name="connsiteY13" fmla="*/ 211754 h 386748"/>
                  <a:gd name="connsiteX14" fmla="*/ 174946 w 386748"/>
                  <a:gd name="connsiteY14" fmla="*/ 386490 h 386748"/>
                  <a:gd name="connsiteX15" fmla="*/ 132540 w 386748"/>
                  <a:gd name="connsiteY15" fmla="*/ 254225 h 3867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86748" h="386748">
                    <a:moveTo>
                      <a:pt x="211479" y="178"/>
                    </a:moveTo>
                    <a:cubicBezTo>
                      <a:pt x="304411" y="8741"/>
                      <a:pt x="378023" y="82354"/>
                      <a:pt x="386587" y="175286"/>
                    </a:cubicBezTo>
                    <a:cubicBezTo>
                      <a:pt x="338289" y="182481"/>
                      <a:pt x="289435" y="166386"/>
                      <a:pt x="254872" y="131893"/>
                    </a:cubicBezTo>
                    <a:cubicBezTo>
                      <a:pt x="220369" y="97334"/>
                      <a:pt x="204274" y="48477"/>
                      <a:pt x="211479" y="178"/>
                    </a:cubicBezTo>
                    <a:close/>
                    <a:moveTo>
                      <a:pt x="364114" y="209554"/>
                    </a:moveTo>
                    <a:cubicBezTo>
                      <a:pt x="261096" y="209599"/>
                      <a:pt x="177546" y="126125"/>
                      <a:pt x="177499" y="23107"/>
                    </a:cubicBezTo>
                    <a:cubicBezTo>
                      <a:pt x="177496" y="15382"/>
                      <a:pt x="177973" y="7665"/>
                      <a:pt x="178926" y="0"/>
                    </a:cubicBezTo>
                    <a:cubicBezTo>
                      <a:pt x="82993" y="6869"/>
                      <a:pt x="6722" y="83257"/>
                      <a:pt x="0" y="179201"/>
                    </a:cubicBezTo>
                    <a:cubicBezTo>
                      <a:pt x="100659" y="165227"/>
                      <a:pt x="193586" y="235499"/>
                      <a:pt x="207562" y="336156"/>
                    </a:cubicBezTo>
                    <a:cubicBezTo>
                      <a:pt x="209892" y="352941"/>
                      <a:pt x="209892" y="369964"/>
                      <a:pt x="207564" y="386749"/>
                    </a:cubicBezTo>
                    <a:cubicBezTo>
                      <a:pt x="303437" y="380052"/>
                      <a:pt x="379801" y="303888"/>
                      <a:pt x="386749" y="208033"/>
                    </a:cubicBezTo>
                    <a:cubicBezTo>
                      <a:pt x="379242" y="208997"/>
                      <a:pt x="371683" y="209505"/>
                      <a:pt x="364114" y="209554"/>
                    </a:cubicBezTo>
                    <a:close/>
                    <a:moveTo>
                      <a:pt x="132540" y="254225"/>
                    </a:moveTo>
                    <a:cubicBezTo>
                      <a:pt x="97838" y="219593"/>
                      <a:pt x="48585" y="203786"/>
                      <a:pt x="210" y="211754"/>
                    </a:cubicBezTo>
                    <a:cubicBezTo>
                      <a:pt x="8932" y="304406"/>
                      <a:pt x="82295" y="377768"/>
                      <a:pt x="174946" y="386490"/>
                    </a:cubicBezTo>
                    <a:cubicBezTo>
                      <a:pt x="182923" y="338146"/>
                      <a:pt x="167140" y="288918"/>
                      <a:pt x="132540" y="254225"/>
                    </a:cubicBezTo>
                    <a:close/>
                  </a:path>
                </a:pathLst>
              </a:custGeom>
              <a:solidFill>
                <a:schemeClr val="bg2"/>
              </a:solidFill>
              <a:ln w="158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D"/>
              </a:p>
            </p:txBody>
          </p:sp>
        </p:grp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76FA47F7-3970-4C7E-99D0-161DCE52AAF1}"/>
                </a:ext>
              </a:extLst>
            </p:cNvPr>
            <p:cNvSpPr txBox="1"/>
            <p:nvPr/>
          </p:nvSpPr>
          <p:spPr>
            <a:xfrm>
              <a:off x="5081081" y="5741345"/>
              <a:ext cx="5010645" cy="51270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Padel tennis is not just a sport — it’s a movement. With rapid global growth, high social appeal, and low entry barriers</a:t>
              </a:r>
              <a:endParaRPr lang="en-ID" sz="12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pic>
        <p:nvPicPr>
          <p:cNvPr id="17" name="Picture Placeholder 16" descr="recuperaciones.png"/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l="26420" r="26420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9864484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70A2059-0B24-2C23-C179-201F819810E2}"/>
              </a:ext>
            </a:extLst>
          </p:cNvPr>
          <p:cNvSpPr txBox="1"/>
          <p:nvPr/>
        </p:nvSpPr>
        <p:spPr>
          <a:xfrm>
            <a:off x="612473" y="1148911"/>
            <a:ext cx="487392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Faltas y recuperaciones automáticas</a:t>
            </a:r>
            <a:endParaRPr lang="en-ID" sz="4800" b="1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B94F548-12AC-43F3-2989-9E60AD942D9A}"/>
              </a:ext>
            </a:extLst>
          </p:cNvPr>
          <p:cNvSpPr txBox="1"/>
          <p:nvPr/>
        </p:nvSpPr>
        <p:spPr>
          <a:xfrm>
            <a:off x="612474" y="3395577"/>
            <a:ext cx="3990392" cy="7377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Cuando un alumno falta, el sistema registra la ausencia y le ofrece recuperar en otro horario. Sin llamadas, sin post-its, sin olvidos.</a:t>
            </a:r>
            <a:endParaRPr lang="en-ID" sz="1200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1B295C14-3520-8BCF-FFD2-8CFDF4CEA30E}"/>
              </a:ext>
            </a:extLst>
          </p:cNvPr>
          <p:cNvSpPr/>
          <p:nvPr/>
        </p:nvSpPr>
        <p:spPr>
          <a:xfrm>
            <a:off x="5626249" y="404813"/>
            <a:ext cx="6157763" cy="6048375"/>
          </a:xfrm>
          <a:prstGeom prst="roundRect">
            <a:avLst>
              <a:gd name="adj" fmla="val 1799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F9BBD3A-6BD3-CDEF-C1FE-8B531E3C0E01}"/>
              </a:ext>
            </a:extLst>
          </p:cNvPr>
          <p:cNvGrpSpPr/>
          <p:nvPr/>
        </p:nvGrpSpPr>
        <p:grpSpPr>
          <a:xfrm>
            <a:off x="9598520" y="748202"/>
            <a:ext cx="1730971" cy="1529437"/>
            <a:chOff x="9467288" y="825745"/>
            <a:chExt cx="1730971" cy="1529437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7ABEC81F-DCCF-401D-BB32-A2C62746FADB}"/>
                </a:ext>
              </a:extLst>
            </p:cNvPr>
            <p:cNvSpPr txBox="1"/>
            <p:nvPr/>
          </p:nvSpPr>
          <p:spPr>
            <a:xfrm>
              <a:off x="9467288" y="825745"/>
              <a:ext cx="173097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dirty="0">
                  <a:solidFill>
                    <a:schemeClr val="bg2"/>
                  </a:solidFill>
                  <a:latin typeface="+mj-lt"/>
                </a:rPr>
                <a:t>23,3%</a:t>
              </a:r>
              <a:endParaRPr lang="en-ID" sz="3600" dirty="0">
                <a:solidFill>
                  <a:schemeClr val="bg2"/>
                </a:solidFill>
                <a:latin typeface="+mj-lt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228B6928-69FC-18F1-0375-346A546556E0}"/>
                </a:ext>
              </a:extLst>
            </p:cNvPr>
            <p:cNvSpPr txBox="1"/>
            <p:nvPr/>
          </p:nvSpPr>
          <p:spPr>
            <a:xfrm>
              <a:off x="9467288" y="1616518"/>
              <a:ext cx="1632276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chemeClr val="bg2"/>
                  </a:solidFill>
                </a:rPr>
                <a:t>Building the future of </a:t>
              </a:r>
              <a:r>
                <a:rPr lang="en-US" sz="1400" b="1" dirty="0">
                  <a:solidFill>
                    <a:schemeClr val="bg2"/>
                  </a:solidFill>
                </a:rPr>
                <a:t>racquet</a:t>
              </a:r>
              <a:r>
                <a:rPr lang="en-US" sz="1400" dirty="0">
                  <a:solidFill>
                    <a:schemeClr val="bg2"/>
                  </a:solidFill>
                </a:rPr>
                <a:t> sports</a:t>
              </a: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32A393F3-7CAE-9533-2DC6-851BCC05D5AD}"/>
              </a:ext>
            </a:extLst>
          </p:cNvPr>
          <p:cNvGrpSpPr/>
          <p:nvPr/>
        </p:nvGrpSpPr>
        <p:grpSpPr>
          <a:xfrm>
            <a:off x="9598520" y="2664282"/>
            <a:ext cx="1730971" cy="1529437"/>
            <a:chOff x="9467288" y="2738003"/>
            <a:chExt cx="1730971" cy="1529437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007B1F47-357E-EE02-4F59-BC1B8CD7B704}"/>
                </a:ext>
              </a:extLst>
            </p:cNvPr>
            <p:cNvSpPr txBox="1"/>
            <p:nvPr/>
          </p:nvSpPr>
          <p:spPr>
            <a:xfrm>
              <a:off x="9467288" y="2738003"/>
              <a:ext cx="173097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dirty="0">
                  <a:solidFill>
                    <a:schemeClr val="bg2"/>
                  </a:solidFill>
                  <a:latin typeface="+mj-lt"/>
                </a:rPr>
                <a:t>65,5%</a:t>
              </a:r>
              <a:endParaRPr lang="en-ID" sz="3600" dirty="0">
                <a:solidFill>
                  <a:schemeClr val="bg2"/>
                </a:solidFill>
                <a:latin typeface="+mj-lt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9195893E-4316-8A6D-B622-72D421666E33}"/>
                </a:ext>
              </a:extLst>
            </p:cNvPr>
            <p:cNvSpPr txBox="1"/>
            <p:nvPr/>
          </p:nvSpPr>
          <p:spPr>
            <a:xfrm>
              <a:off x="9467288" y="3528776"/>
              <a:ext cx="1632276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chemeClr val="bg2"/>
                  </a:solidFill>
                </a:rPr>
                <a:t>Building the future of </a:t>
              </a:r>
              <a:r>
                <a:rPr lang="en-US" sz="1400" b="1" dirty="0">
                  <a:solidFill>
                    <a:schemeClr val="bg2"/>
                  </a:solidFill>
                </a:rPr>
                <a:t>racquet</a:t>
              </a:r>
              <a:r>
                <a:rPr lang="en-US" sz="1400" dirty="0">
                  <a:solidFill>
                    <a:schemeClr val="bg2"/>
                  </a:solidFill>
                </a:rPr>
                <a:t> sports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691D160-C478-CC44-3B66-20A0AAE93E8C}"/>
              </a:ext>
            </a:extLst>
          </p:cNvPr>
          <p:cNvGrpSpPr/>
          <p:nvPr/>
        </p:nvGrpSpPr>
        <p:grpSpPr>
          <a:xfrm>
            <a:off x="9598520" y="4580362"/>
            <a:ext cx="1730971" cy="1529437"/>
            <a:chOff x="9467288" y="4657905"/>
            <a:chExt cx="1730971" cy="1529437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526B667-918E-AEFC-37C8-BD98D856C970}"/>
                </a:ext>
              </a:extLst>
            </p:cNvPr>
            <p:cNvSpPr txBox="1"/>
            <p:nvPr/>
          </p:nvSpPr>
          <p:spPr>
            <a:xfrm>
              <a:off x="9467288" y="4657905"/>
              <a:ext cx="173097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dirty="0">
                  <a:solidFill>
                    <a:schemeClr val="bg2"/>
                  </a:solidFill>
                  <a:latin typeface="+mj-lt"/>
                </a:rPr>
                <a:t>36,8%</a:t>
              </a:r>
              <a:endParaRPr lang="en-ID" sz="3600" dirty="0">
                <a:solidFill>
                  <a:schemeClr val="bg2"/>
                </a:solidFill>
                <a:latin typeface="+mj-lt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8CFFB698-A6E6-8240-EA63-DFC64C043A9B}"/>
                </a:ext>
              </a:extLst>
            </p:cNvPr>
            <p:cNvSpPr txBox="1"/>
            <p:nvPr/>
          </p:nvSpPr>
          <p:spPr>
            <a:xfrm>
              <a:off x="9467288" y="5448678"/>
              <a:ext cx="1632276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chemeClr val="bg2"/>
                  </a:solidFill>
                </a:rPr>
                <a:t>Building the future of </a:t>
              </a:r>
              <a:r>
                <a:rPr lang="en-US" sz="1400" b="1" dirty="0">
                  <a:solidFill>
                    <a:schemeClr val="bg2"/>
                  </a:solidFill>
                </a:rPr>
                <a:t>racquet</a:t>
              </a:r>
              <a:r>
                <a:rPr lang="en-US" sz="1400" dirty="0">
                  <a:solidFill>
                    <a:schemeClr val="bg2"/>
                  </a:solidFill>
                </a:rPr>
                <a:t> sports</a:t>
              </a:r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D762B8FD-AD23-CEA0-6F08-85CD784E9340}"/>
              </a:ext>
            </a:extLst>
          </p:cNvPr>
          <p:cNvSpPr txBox="1"/>
          <p:nvPr/>
        </p:nvSpPr>
        <p:spPr>
          <a:xfrm>
            <a:off x="2757877" y="4810285"/>
            <a:ext cx="184498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0 MINUTOS DE GESTIÓN POR RECUPERACIÓN</a:t>
            </a:r>
            <a:endParaRPr lang="en-ID" sz="1400" dirty="0">
              <a:solidFill>
                <a:schemeClr val="tx2">
                  <a:lumMod val="75000"/>
                  <a:lumOff val="25000"/>
                </a:schemeClr>
              </a:solidFill>
              <a:latin typeface="+mj-lt"/>
            </a:endParaRPr>
          </a:p>
        </p:txBody>
      </p:sp>
      <p:pic>
        <p:nvPicPr>
          <p:cNvPr id="27" name="Picture Placeholder 26" descr="recuperaciones.png"/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l="31697" r="31697"/>
          <a:stretch>
            <a:fillRect/>
          </a:stretch>
        </p:blipFill>
        <p:spPr/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93351A81-E9C4-77E9-1BF3-D2C42FC2A98A}"/>
              </a:ext>
            </a:extLst>
          </p:cNvPr>
          <p:cNvGrpSpPr/>
          <p:nvPr/>
        </p:nvGrpSpPr>
        <p:grpSpPr>
          <a:xfrm>
            <a:off x="4937388" y="4393144"/>
            <a:ext cx="1574946" cy="1574946"/>
            <a:chOff x="4251368" y="1276451"/>
            <a:chExt cx="953188" cy="953188"/>
          </a:xfrm>
        </p:grpSpPr>
        <p:sp>
          <p:nvSpPr>
            <p:cNvPr id="19" name="Star: 24 Points 18">
              <a:extLst>
                <a:ext uri="{FF2B5EF4-FFF2-40B4-BE49-F238E27FC236}">
                  <a16:creationId xmlns:a16="http://schemas.microsoft.com/office/drawing/2014/main" id="{F11DB281-532F-3844-01D0-F42AF9204779}"/>
                </a:ext>
              </a:extLst>
            </p:cNvPr>
            <p:cNvSpPr/>
            <p:nvPr/>
          </p:nvSpPr>
          <p:spPr>
            <a:xfrm>
              <a:off x="4251368" y="1276451"/>
              <a:ext cx="953188" cy="953188"/>
            </a:xfrm>
            <a:prstGeom prst="star24">
              <a:avLst>
                <a:gd name="adj" fmla="val 45833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0" name="Graphic 9">
              <a:extLst>
                <a:ext uri="{FF2B5EF4-FFF2-40B4-BE49-F238E27FC236}">
                  <a16:creationId xmlns:a16="http://schemas.microsoft.com/office/drawing/2014/main" id="{E7A3C6A2-DAB0-EE8C-FBB0-4EDAE776FE6B}"/>
                </a:ext>
              </a:extLst>
            </p:cNvPr>
            <p:cNvSpPr/>
            <p:nvPr/>
          </p:nvSpPr>
          <p:spPr>
            <a:xfrm>
              <a:off x="4535485" y="1559066"/>
              <a:ext cx="386748" cy="386748"/>
            </a:xfrm>
            <a:custGeom>
              <a:avLst/>
              <a:gdLst>
                <a:gd name="connsiteX0" fmla="*/ 211479 w 386748"/>
                <a:gd name="connsiteY0" fmla="*/ 178 h 386748"/>
                <a:gd name="connsiteX1" fmla="*/ 386587 w 386748"/>
                <a:gd name="connsiteY1" fmla="*/ 175286 h 386748"/>
                <a:gd name="connsiteX2" fmla="*/ 254872 w 386748"/>
                <a:gd name="connsiteY2" fmla="*/ 131893 h 386748"/>
                <a:gd name="connsiteX3" fmla="*/ 211479 w 386748"/>
                <a:gd name="connsiteY3" fmla="*/ 178 h 386748"/>
                <a:gd name="connsiteX4" fmla="*/ 364114 w 386748"/>
                <a:gd name="connsiteY4" fmla="*/ 209554 h 386748"/>
                <a:gd name="connsiteX5" fmla="*/ 177499 w 386748"/>
                <a:gd name="connsiteY5" fmla="*/ 23107 h 386748"/>
                <a:gd name="connsiteX6" fmla="*/ 178926 w 386748"/>
                <a:gd name="connsiteY6" fmla="*/ 0 h 386748"/>
                <a:gd name="connsiteX7" fmla="*/ 0 w 386748"/>
                <a:gd name="connsiteY7" fmla="*/ 179201 h 386748"/>
                <a:gd name="connsiteX8" fmla="*/ 207562 w 386748"/>
                <a:gd name="connsiteY8" fmla="*/ 336156 h 386748"/>
                <a:gd name="connsiteX9" fmla="*/ 207564 w 386748"/>
                <a:gd name="connsiteY9" fmla="*/ 386749 h 386748"/>
                <a:gd name="connsiteX10" fmla="*/ 386749 w 386748"/>
                <a:gd name="connsiteY10" fmla="*/ 208033 h 386748"/>
                <a:gd name="connsiteX11" fmla="*/ 364114 w 386748"/>
                <a:gd name="connsiteY11" fmla="*/ 209554 h 386748"/>
                <a:gd name="connsiteX12" fmla="*/ 132540 w 386748"/>
                <a:gd name="connsiteY12" fmla="*/ 254225 h 386748"/>
                <a:gd name="connsiteX13" fmla="*/ 210 w 386748"/>
                <a:gd name="connsiteY13" fmla="*/ 211754 h 386748"/>
                <a:gd name="connsiteX14" fmla="*/ 174946 w 386748"/>
                <a:gd name="connsiteY14" fmla="*/ 386490 h 386748"/>
                <a:gd name="connsiteX15" fmla="*/ 132540 w 386748"/>
                <a:gd name="connsiteY15" fmla="*/ 254225 h 3867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386748" h="386748">
                  <a:moveTo>
                    <a:pt x="211479" y="178"/>
                  </a:moveTo>
                  <a:cubicBezTo>
                    <a:pt x="304411" y="8741"/>
                    <a:pt x="378023" y="82354"/>
                    <a:pt x="386587" y="175286"/>
                  </a:cubicBezTo>
                  <a:cubicBezTo>
                    <a:pt x="338289" y="182481"/>
                    <a:pt x="289435" y="166386"/>
                    <a:pt x="254872" y="131893"/>
                  </a:cubicBezTo>
                  <a:cubicBezTo>
                    <a:pt x="220369" y="97334"/>
                    <a:pt x="204274" y="48477"/>
                    <a:pt x="211479" y="178"/>
                  </a:cubicBezTo>
                  <a:close/>
                  <a:moveTo>
                    <a:pt x="364114" y="209554"/>
                  </a:moveTo>
                  <a:cubicBezTo>
                    <a:pt x="261096" y="209599"/>
                    <a:pt x="177546" y="126125"/>
                    <a:pt x="177499" y="23107"/>
                  </a:cubicBezTo>
                  <a:cubicBezTo>
                    <a:pt x="177496" y="15382"/>
                    <a:pt x="177973" y="7665"/>
                    <a:pt x="178926" y="0"/>
                  </a:cubicBezTo>
                  <a:cubicBezTo>
                    <a:pt x="82993" y="6869"/>
                    <a:pt x="6722" y="83257"/>
                    <a:pt x="0" y="179201"/>
                  </a:cubicBezTo>
                  <a:cubicBezTo>
                    <a:pt x="100659" y="165227"/>
                    <a:pt x="193586" y="235499"/>
                    <a:pt x="207562" y="336156"/>
                  </a:cubicBezTo>
                  <a:cubicBezTo>
                    <a:pt x="209892" y="352941"/>
                    <a:pt x="209892" y="369964"/>
                    <a:pt x="207564" y="386749"/>
                  </a:cubicBezTo>
                  <a:cubicBezTo>
                    <a:pt x="303437" y="380052"/>
                    <a:pt x="379801" y="303888"/>
                    <a:pt x="386749" y="208033"/>
                  </a:cubicBezTo>
                  <a:cubicBezTo>
                    <a:pt x="379242" y="208997"/>
                    <a:pt x="371683" y="209505"/>
                    <a:pt x="364114" y="209554"/>
                  </a:cubicBezTo>
                  <a:close/>
                  <a:moveTo>
                    <a:pt x="132540" y="254225"/>
                  </a:moveTo>
                  <a:cubicBezTo>
                    <a:pt x="97838" y="219593"/>
                    <a:pt x="48585" y="203786"/>
                    <a:pt x="210" y="211754"/>
                  </a:cubicBezTo>
                  <a:cubicBezTo>
                    <a:pt x="8932" y="304406"/>
                    <a:pt x="82295" y="377768"/>
                    <a:pt x="174946" y="386490"/>
                  </a:cubicBezTo>
                  <a:cubicBezTo>
                    <a:pt x="182923" y="338146"/>
                    <a:pt x="167140" y="288918"/>
                    <a:pt x="132540" y="254225"/>
                  </a:cubicBezTo>
                  <a:close/>
                </a:path>
              </a:pathLst>
            </a:custGeom>
            <a:solidFill>
              <a:schemeClr val="bg2"/>
            </a:solidFill>
            <a:ln w="158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/>
            </a:p>
          </p:txBody>
        </p:sp>
      </p:grpSp>
    </p:spTree>
    <p:extLst>
      <p:ext uri="{BB962C8B-B14F-4D97-AF65-F5344CB8AC3E}">
        <p14:creationId xmlns:p14="http://schemas.microsoft.com/office/powerpoint/2010/main" val="32604699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Placeholder 15" descr="notificaciones.png"/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t="4937" b="4937"/>
          <a:stretch>
            <a:fillRect/>
          </a:stretch>
        </p:blipFill>
        <p:spPr/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73344C0-0953-3864-B01F-D6C34EC05566}"/>
              </a:ext>
            </a:extLst>
          </p:cNvPr>
          <p:cNvSpPr txBox="1"/>
          <p:nvPr/>
        </p:nvSpPr>
        <p:spPr>
          <a:xfrm>
            <a:off x="607872" y="1176973"/>
            <a:ext cx="4777107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Comunicación directa con tus alumnos</a:t>
            </a:r>
            <a:endParaRPr lang="en-ID" sz="4400" b="1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D78741D-3C7C-EC01-E803-949B5AA2695F}"/>
              </a:ext>
            </a:extLst>
          </p:cNvPr>
          <p:cNvSpPr txBox="1"/>
          <p:nvPr/>
        </p:nvSpPr>
        <p:spPr>
          <a:xfrm>
            <a:off x="2726930" y="5265370"/>
            <a:ext cx="3990392" cy="7377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Envía avisos de clase, cambios de horario o recordatorios de pago desde la app. El alumno recibe la notificación al instante.</a:t>
            </a:r>
            <a:endParaRPr lang="en-ID" sz="1200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9E7C78F-0707-BD89-1B11-1C6C89B6799C}"/>
              </a:ext>
            </a:extLst>
          </p:cNvPr>
          <p:cNvSpPr/>
          <p:nvPr/>
        </p:nvSpPr>
        <p:spPr>
          <a:xfrm>
            <a:off x="8171982" y="3300631"/>
            <a:ext cx="3182781" cy="2902119"/>
          </a:xfrm>
          <a:prstGeom prst="roundRect">
            <a:avLst>
              <a:gd name="adj" fmla="val 5383"/>
            </a:avLst>
          </a:prstGeom>
          <a:solidFill>
            <a:schemeClr val="tx1"/>
          </a:solidFill>
          <a:ln>
            <a:noFill/>
          </a:ln>
          <a:effectLst>
            <a:outerShdw blurRad="520700" sx="103000" sy="103000" algn="ctr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7BB68D3-3466-F4FE-02DA-0593898EAB6F}"/>
              </a:ext>
            </a:extLst>
          </p:cNvPr>
          <p:cNvSpPr txBox="1"/>
          <p:nvPr/>
        </p:nvSpPr>
        <p:spPr>
          <a:xfrm>
            <a:off x="8407683" y="3536438"/>
            <a:ext cx="219472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chemeClr val="accent2"/>
                </a:solidFill>
                <a:latin typeface="+mj-lt"/>
              </a:rPr>
              <a:t>100%</a:t>
            </a:r>
            <a:endParaRPr lang="en-ID" sz="4000" dirty="0">
              <a:solidFill>
                <a:schemeClr val="accent2"/>
              </a:solidFill>
              <a:latin typeface="+mj-lt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0C26A9C-C0DF-5013-2A77-14B8B1703853}"/>
              </a:ext>
            </a:extLst>
          </p:cNvPr>
          <p:cNvSpPr txBox="1"/>
          <p:nvPr/>
        </p:nvSpPr>
        <p:spPr>
          <a:xfrm>
            <a:off x="8407683" y="4987409"/>
            <a:ext cx="231047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2"/>
                </a:solidFill>
              </a:rPr>
              <a:t>de notificaciones entregadas al instante</a:t>
            </a:r>
            <a:r>
              <a:rPr lang="en-US" sz="2000" b="1" dirty="0">
                <a:solidFill>
                  <a:schemeClr val="bg2"/>
                </a:solidFill>
              </a:rPr>
              <a:t/>
            </a:r>
            <a:r>
              <a:rPr lang="en-US" sz="2000" dirty="0">
                <a:solidFill>
                  <a:schemeClr val="bg2"/>
                </a:solidFill>
              </a:rPr>
              <a:t/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FBE12273-B137-216F-66D7-090D4911CC43}"/>
              </a:ext>
            </a:extLst>
          </p:cNvPr>
          <p:cNvGrpSpPr/>
          <p:nvPr/>
        </p:nvGrpSpPr>
        <p:grpSpPr>
          <a:xfrm>
            <a:off x="5314604" y="3761920"/>
            <a:ext cx="953188" cy="953188"/>
            <a:chOff x="4251368" y="1276451"/>
            <a:chExt cx="953188" cy="953188"/>
          </a:xfrm>
        </p:grpSpPr>
        <p:sp>
          <p:nvSpPr>
            <p:cNvPr id="11" name="Star: 24 Points 10">
              <a:extLst>
                <a:ext uri="{FF2B5EF4-FFF2-40B4-BE49-F238E27FC236}">
                  <a16:creationId xmlns:a16="http://schemas.microsoft.com/office/drawing/2014/main" id="{2D30A227-4213-8116-F4E1-DEBF3707CA17}"/>
                </a:ext>
              </a:extLst>
            </p:cNvPr>
            <p:cNvSpPr/>
            <p:nvPr/>
          </p:nvSpPr>
          <p:spPr>
            <a:xfrm>
              <a:off x="4251368" y="1276451"/>
              <a:ext cx="953188" cy="953188"/>
            </a:xfrm>
            <a:prstGeom prst="star24">
              <a:avLst>
                <a:gd name="adj" fmla="val 45833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12" name="Graphic 9">
              <a:extLst>
                <a:ext uri="{FF2B5EF4-FFF2-40B4-BE49-F238E27FC236}">
                  <a16:creationId xmlns:a16="http://schemas.microsoft.com/office/drawing/2014/main" id="{A246D0B7-EE6B-7E2C-14C9-E15B0FFACA9D}"/>
                </a:ext>
              </a:extLst>
            </p:cNvPr>
            <p:cNvSpPr/>
            <p:nvPr/>
          </p:nvSpPr>
          <p:spPr>
            <a:xfrm>
              <a:off x="4535485" y="1559066"/>
              <a:ext cx="386748" cy="386748"/>
            </a:xfrm>
            <a:custGeom>
              <a:avLst/>
              <a:gdLst>
                <a:gd name="connsiteX0" fmla="*/ 211479 w 386748"/>
                <a:gd name="connsiteY0" fmla="*/ 178 h 386748"/>
                <a:gd name="connsiteX1" fmla="*/ 386587 w 386748"/>
                <a:gd name="connsiteY1" fmla="*/ 175286 h 386748"/>
                <a:gd name="connsiteX2" fmla="*/ 254872 w 386748"/>
                <a:gd name="connsiteY2" fmla="*/ 131893 h 386748"/>
                <a:gd name="connsiteX3" fmla="*/ 211479 w 386748"/>
                <a:gd name="connsiteY3" fmla="*/ 178 h 386748"/>
                <a:gd name="connsiteX4" fmla="*/ 364114 w 386748"/>
                <a:gd name="connsiteY4" fmla="*/ 209554 h 386748"/>
                <a:gd name="connsiteX5" fmla="*/ 177499 w 386748"/>
                <a:gd name="connsiteY5" fmla="*/ 23107 h 386748"/>
                <a:gd name="connsiteX6" fmla="*/ 178926 w 386748"/>
                <a:gd name="connsiteY6" fmla="*/ 0 h 386748"/>
                <a:gd name="connsiteX7" fmla="*/ 0 w 386748"/>
                <a:gd name="connsiteY7" fmla="*/ 179201 h 386748"/>
                <a:gd name="connsiteX8" fmla="*/ 207562 w 386748"/>
                <a:gd name="connsiteY8" fmla="*/ 336156 h 386748"/>
                <a:gd name="connsiteX9" fmla="*/ 207564 w 386748"/>
                <a:gd name="connsiteY9" fmla="*/ 386749 h 386748"/>
                <a:gd name="connsiteX10" fmla="*/ 386749 w 386748"/>
                <a:gd name="connsiteY10" fmla="*/ 208033 h 386748"/>
                <a:gd name="connsiteX11" fmla="*/ 364114 w 386748"/>
                <a:gd name="connsiteY11" fmla="*/ 209554 h 386748"/>
                <a:gd name="connsiteX12" fmla="*/ 132540 w 386748"/>
                <a:gd name="connsiteY12" fmla="*/ 254225 h 386748"/>
                <a:gd name="connsiteX13" fmla="*/ 210 w 386748"/>
                <a:gd name="connsiteY13" fmla="*/ 211754 h 386748"/>
                <a:gd name="connsiteX14" fmla="*/ 174946 w 386748"/>
                <a:gd name="connsiteY14" fmla="*/ 386490 h 386748"/>
                <a:gd name="connsiteX15" fmla="*/ 132540 w 386748"/>
                <a:gd name="connsiteY15" fmla="*/ 254225 h 3867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386748" h="386748">
                  <a:moveTo>
                    <a:pt x="211479" y="178"/>
                  </a:moveTo>
                  <a:cubicBezTo>
                    <a:pt x="304411" y="8741"/>
                    <a:pt x="378023" y="82354"/>
                    <a:pt x="386587" y="175286"/>
                  </a:cubicBezTo>
                  <a:cubicBezTo>
                    <a:pt x="338289" y="182481"/>
                    <a:pt x="289435" y="166386"/>
                    <a:pt x="254872" y="131893"/>
                  </a:cubicBezTo>
                  <a:cubicBezTo>
                    <a:pt x="220369" y="97334"/>
                    <a:pt x="204274" y="48477"/>
                    <a:pt x="211479" y="178"/>
                  </a:cubicBezTo>
                  <a:close/>
                  <a:moveTo>
                    <a:pt x="364114" y="209554"/>
                  </a:moveTo>
                  <a:cubicBezTo>
                    <a:pt x="261096" y="209599"/>
                    <a:pt x="177546" y="126125"/>
                    <a:pt x="177499" y="23107"/>
                  </a:cubicBezTo>
                  <a:cubicBezTo>
                    <a:pt x="177496" y="15382"/>
                    <a:pt x="177973" y="7665"/>
                    <a:pt x="178926" y="0"/>
                  </a:cubicBezTo>
                  <a:cubicBezTo>
                    <a:pt x="82993" y="6869"/>
                    <a:pt x="6722" y="83257"/>
                    <a:pt x="0" y="179201"/>
                  </a:cubicBezTo>
                  <a:cubicBezTo>
                    <a:pt x="100659" y="165227"/>
                    <a:pt x="193586" y="235499"/>
                    <a:pt x="207562" y="336156"/>
                  </a:cubicBezTo>
                  <a:cubicBezTo>
                    <a:pt x="209892" y="352941"/>
                    <a:pt x="209892" y="369964"/>
                    <a:pt x="207564" y="386749"/>
                  </a:cubicBezTo>
                  <a:cubicBezTo>
                    <a:pt x="303437" y="380052"/>
                    <a:pt x="379801" y="303888"/>
                    <a:pt x="386749" y="208033"/>
                  </a:cubicBezTo>
                  <a:cubicBezTo>
                    <a:pt x="379242" y="208997"/>
                    <a:pt x="371683" y="209505"/>
                    <a:pt x="364114" y="209554"/>
                  </a:cubicBezTo>
                  <a:close/>
                  <a:moveTo>
                    <a:pt x="132540" y="254225"/>
                  </a:moveTo>
                  <a:cubicBezTo>
                    <a:pt x="97838" y="219593"/>
                    <a:pt x="48585" y="203786"/>
                    <a:pt x="210" y="211754"/>
                  </a:cubicBezTo>
                  <a:cubicBezTo>
                    <a:pt x="8932" y="304406"/>
                    <a:pt x="82295" y="377768"/>
                    <a:pt x="174946" y="386490"/>
                  </a:cubicBezTo>
                  <a:cubicBezTo>
                    <a:pt x="182923" y="338146"/>
                    <a:pt x="167140" y="288918"/>
                    <a:pt x="132540" y="254225"/>
                  </a:cubicBezTo>
                  <a:close/>
                </a:path>
              </a:pathLst>
            </a:custGeom>
            <a:solidFill>
              <a:schemeClr val="bg2"/>
            </a:solidFill>
            <a:ln w="158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/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C584226D-3748-1C6D-82EE-596EBB5B5AF5}"/>
              </a:ext>
            </a:extLst>
          </p:cNvPr>
          <p:cNvSpPr txBox="1"/>
          <p:nvPr/>
        </p:nvSpPr>
        <p:spPr>
          <a:xfrm>
            <a:off x="607872" y="5280278"/>
            <a:ext cx="233392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chemeClr val="tx2">
                    <a:lumMod val="75000"/>
                    <a:lumOff val="25000"/>
                  </a:schemeClr>
                </a:solidFill>
                <a:latin typeface="+mj-lt"/>
              </a:rPr>
              <a:t>0 llamadas</a:t>
            </a:r>
            <a:endParaRPr lang="en-ID" sz="4000" dirty="0">
              <a:solidFill>
                <a:schemeClr val="tx2">
                  <a:lumMod val="75000"/>
                  <a:lumOff val="25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9107996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1380AF5-0956-F527-30AB-0B8F83D9B288}"/>
              </a:ext>
            </a:extLst>
          </p:cNvPr>
          <p:cNvSpPr txBox="1"/>
          <p:nvPr/>
        </p:nvSpPr>
        <p:spPr>
          <a:xfrm>
            <a:off x="7077819" y="1071967"/>
            <a:ext cx="487392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Crecimiento mes a mes</a:t>
            </a:r>
            <a:endParaRPr lang="en-ID" sz="4800" b="1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AF6FF24-1CF0-20BD-5129-2EF93B29B76E}"/>
              </a:ext>
            </a:extLst>
          </p:cNvPr>
          <p:cNvSpPr txBox="1"/>
          <p:nvPr/>
        </p:nvSpPr>
        <p:spPr>
          <a:xfrm>
            <a:off x="7077820" y="5353815"/>
            <a:ext cx="3990392" cy="7377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Los clubes que digitalizan su gestión ven resultados desde el primer mes: menos errores, más retención, mejor control económico.</a:t>
            </a:r>
            <a:endParaRPr lang="en-ID" sz="1200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1C76B61-2E5F-DF01-7D57-CC5E048BD0E6}"/>
              </a:ext>
            </a:extLst>
          </p:cNvPr>
          <p:cNvSpPr txBox="1"/>
          <p:nvPr/>
        </p:nvSpPr>
        <p:spPr>
          <a:xfrm>
            <a:off x="7077819" y="4645929"/>
            <a:ext cx="233392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chemeClr val="tx2">
                    <a:lumMod val="75000"/>
                    <a:lumOff val="25000"/>
                  </a:schemeClr>
                </a:solidFill>
                <a:latin typeface="+mj-lt"/>
              </a:rPr>
              <a:t>+30%</a:t>
            </a:r>
            <a:endParaRPr lang="en-ID" sz="4000" dirty="0">
              <a:solidFill>
                <a:schemeClr val="tx2">
                  <a:lumMod val="75000"/>
                  <a:lumOff val="25000"/>
                </a:schemeClr>
              </a:solidFill>
              <a:latin typeface="+mj-lt"/>
            </a:endParaRPr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84494F71-7255-7E32-84D5-621636E7707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15055544"/>
              </p:ext>
            </p:extLst>
          </p:nvPr>
        </p:nvGraphicFramePr>
        <p:xfrm>
          <a:off x="656216" y="2732442"/>
          <a:ext cx="6024283" cy="342680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026D0A6D-68AA-6515-1F0F-E6B6FA963A0D}"/>
              </a:ext>
            </a:extLst>
          </p:cNvPr>
          <p:cNvSpPr txBox="1"/>
          <p:nvPr/>
        </p:nvSpPr>
        <p:spPr>
          <a:xfrm>
            <a:off x="656216" y="1337599"/>
            <a:ext cx="219472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chemeClr val="tx2">
                    <a:lumMod val="75000"/>
                    <a:lumOff val="25000"/>
                  </a:schemeClr>
                </a:solidFill>
                <a:latin typeface="+mj-lt"/>
              </a:rPr>
              <a:t>94%</a:t>
            </a:r>
            <a:endParaRPr lang="en-ID" sz="4000" dirty="0">
              <a:solidFill>
                <a:schemeClr val="tx2">
                  <a:lumMod val="75000"/>
                  <a:lumOff val="25000"/>
                </a:schemeClr>
              </a:solidFill>
              <a:latin typeface="+mj-lt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F2042D6-BADE-CA3B-AD26-C4725F793BFA}"/>
              </a:ext>
            </a:extLst>
          </p:cNvPr>
          <p:cNvSpPr txBox="1"/>
          <p:nvPr/>
        </p:nvSpPr>
        <p:spPr>
          <a:xfrm>
            <a:off x="2651145" y="1361111"/>
            <a:ext cx="32335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Tasa de retención de alumnos</a:t>
            </a:r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/>
            </a:r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21603526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Picture Placeholder 28" descr="clases.png"/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 l="35385" r="35385"/>
          <a:stretch>
            <a:fillRect/>
          </a:stretch>
        </p:blipFill>
        <p:spPr/>
      </p:pic>
      <p:pic>
        <p:nvPicPr>
          <p:cNvPr id="31" name="Picture Placeholder 30" descr="calendario.png"/>
          <p:cNvPicPr>
            <a:picLocks noGrp="1" noChangeAspect="1"/>
          </p:cNvPicPr>
          <p:nvPr>
            <p:ph type="pic" sz="quarter" idx="11"/>
          </p:nvPr>
        </p:nvPicPr>
        <p:blipFill>
          <a:blip r:embed="rId4"/>
          <a:srcRect l="35385" r="35385"/>
          <a:stretch>
            <a:fillRect/>
          </a:stretch>
        </p:blipFill>
        <p:spPr/>
      </p:pic>
      <p:pic>
        <p:nvPicPr>
          <p:cNvPr id="5" name="Picture 4" descr="A cell phone with a black background&#10;&#10;Description automatically generated">
            <a:extLst>
              <a:ext uri="{FF2B5EF4-FFF2-40B4-BE49-F238E27FC236}">
                <a16:creationId xmlns:a16="http://schemas.microsoft.com/office/drawing/2014/main" id="{3086CDAF-09A0-5E33-40C0-855266F4C1A6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20640" y="640456"/>
            <a:ext cx="4683888" cy="5854860"/>
          </a:xfrm>
          <a:prstGeom prst="rect">
            <a:avLst/>
          </a:prstGeom>
        </p:spPr>
      </p:pic>
      <p:pic>
        <p:nvPicPr>
          <p:cNvPr id="6" name="Picture 5" descr="A cell phone with a black background&#10;&#10;Description automatically generated">
            <a:extLst>
              <a:ext uri="{FF2B5EF4-FFF2-40B4-BE49-F238E27FC236}">
                <a16:creationId xmlns:a16="http://schemas.microsoft.com/office/drawing/2014/main" id="{51A72CEC-99C0-BBEE-303D-24F20B578D33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15470" y="640456"/>
            <a:ext cx="4683888" cy="585486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E7AF89D-AA9F-7181-0CC0-48DD58F2A02F}"/>
              </a:ext>
            </a:extLst>
          </p:cNvPr>
          <p:cNvSpPr txBox="1"/>
          <p:nvPr/>
        </p:nvSpPr>
        <p:spPr>
          <a:xfrm>
            <a:off x="612473" y="1308483"/>
            <a:ext cx="4777107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Clases y Calendario conectados</a:t>
            </a:r>
            <a:endParaRPr lang="en-ID" sz="4400" b="1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913A917-BB2C-9DEF-D5AD-E48E7033B585}"/>
              </a:ext>
            </a:extLst>
          </p:cNvPr>
          <p:cNvSpPr txBox="1"/>
          <p:nvPr/>
        </p:nvSpPr>
        <p:spPr>
          <a:xfrm>
            <a:off x="612474" y="3171075"/>
            <a:ext cx="3990392" cy="7377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Creas una clase y aparece automáticamente en el calendario. Modificas el horario y se actualiza en todas las vistas.</a:t>
            </a:r>
            <a:endParaRPr lang="en-ID" sz="1200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F0F61AFC-3400-D4C5-0097-A51392137AD1}"/>
              </a:ext>
            </a:extLst>
          </p:cNvPr>
          <p:cNvGrpSpPr/>
          <p:nvPr/>
        </p:nvGrpSpPr>
        <p:grpSpPr>
          <a:xfrm>
            <a:off x="5250088" y="4324820"/>
            <a:ext cx="2430446" cy="1405540"/>
            <a:chOff x="4546164" y="4243540"/>
            <a:chExt cx="2430446" cy="1405540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37932E7E-684B-121B-DA69-3EEE80B8443C}"/>
                </a:ext>
              </a:extLst>
            </p:cNvPr>
            <p:cNvSpPr/>
            <p:nvPr/>
          </p:nvSpPr>
          <p:spPr>
            <a:xfrm>
              <a:off x="4546164" y="4243540"/>
              <a:ext cx="2430446" cy="1405540"/>
            </a:xfrm>
            <a:prstGeom prst="roundRect">
              <a:avLst>
                <a:gd name="adj" fmla="val 5383"/>
              </a:avLst>
            </a:prstGeom>
            <a:solidFill>
              <a:schemeClr val="bg1"/>
            </a:solidFill>
            <a:ln>
              <a:noFill/>
            </a:ln>
            <a:effectLst>
              <a:outerShdw blurRad="520700" sx="103000" sy="103000" algn="ctr" rotWithShape="0">
                <a:prstClr val="black">
                  <a:alpha val="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E72D1B20-7C23-EF35-E728-92E0CA6F1862}"/>
                </a:ext>
              </a:extLst>
            </p:cNvPr>
            <p:cNvSpPr txBox="1"/>
            <p:nvPr/>
          </p:nvSpPr>
          <p:spPr>
            <a:xfrm>
              <a:off x="4696696" y="5034655"/>
              <a:ext cx="216815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solidFill>
                    <a:schemeClr val="tx2">
                      <a:lumMod val="75000"/>
                      <a:lumOff val="25000"/>
                    </a:schemeClr>
                  </a:solidFill>
                </a:rPr>
                <a:t>Families, athletes, fitness lovers, and beginners.</a:t>
              </a:r>
              <a:endParaRPr lang="en-ID" sz="1200" dirty="0">
                <a:solidFill>
                  <a:schemeClr val="tx2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26283B8D-CCBC-C36F-6388-A2697858A946}"/>
                </a:ext>
              </a:extLst>
            </p:cNvPr>
            <p:cNvSpPr/>
            <p:nvPr/>
          </p:nvSpPr>
          <p:spPr>
            <a:xfrm>
              <a:off x="4779510" y="4433739"/>
              <a:ext cx="367705" cy="367705"/>
            </a:xfrm>
            <a:prstGeom prst="round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8DE5339-8CF2-70FD-BD13-C857A214A2A7}"/>
              </a:ext>
            </a:extLst>
          </p:cNvPr>
          <p:cNvGrpSpPr/>
          <p:nvPr/>
        </p:nvGrpSpPr>
        <p:grpSpPr>
          <a:xfrm>
            <a:off x="2607670" y="4324820"/>
            <a:ext cx="2430446" cy="1405540"/>
            <a:chOff x="4546164" y="4243540"/>
            <a:chExt cx="2430446" cy="1405540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C5D473E-91EB-DAFC-E5AA-22DB52552F51}"/>
                </a:ext>
              </a:extLst>
            </p:cNvPr>
            <p:cNvSpPr/>
            <p:nvPr/>
          </p:nvSpPr>
          <p:spPr>
            <a:xfrm>
              <a:off x="4546164" y="4243540"/>
              <a:ext cx="2430446" cy="1405540"/>
            </a:xfrm>
            <a:prstGeom prst="roundRect">
              <a:avLst>
                <a:gd name="adj" fmla="val 5383"/>
              </a:avLst>
            </a:prstGeom>
            <a:solidFill>
              <a:schemeClr val="accent2"/>
            </a:solidFill>
            <a:ln>
              <a:noFill/>
            </a:ln>
            <a:effectLst>
              <a:outerShdw blurRad="520700" sx="103000" sy="103000" algn="ctr" rotWithShape="0">
                <a:prstClr val="black">
                  <a:alpha val="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429DB5D-2E47-2898-8BB5-C59F8CF5D2F5}"/>
                </a:ext>
              </a:extLst>
            </p:cNvPr>
            <p:cNvSpPr txBox="1"/>
            <p:nvPr/>
          </p:nvSpPr>
          <p:spPr>
            <a:xfrm>
              <a:off x="4696696" y="5034655"/>
              <a:ext cx="216815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solidFill>
                    <a:schemeClr val="tx2">
                      <a:lumMod val="75000"/>
                      <a:lumOff val="25000"/>
                    </a:schemeClr>
                  </a:solidFill>
                </a:rPr>
                <a:t>Families, athletes, fitness lovers, and beginners.</a:t>
              </a:r>
              <a:endParaRPr lang="en-ID" sz="1200" dirty="0">
                <a:solidFill>
                  <a:schemeClr val="tx2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6E676301-F34F-43C9-D536-71DA285E793B}"/>
                </a:ext>
              </a:extLst>
            </p:cNvPr>
            <p:cNvSpPr/>
            <p:nvPr/>
          </p:nvSpPr>
          <p:spPr>
            <a:xfrm>
              <a:off x="4779510" y="4433739"/>
              <a:ext cx="367705" cy="367705"/>
            </a:xfrm>
            <a:prstGeom prst="round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95DF760D-8C3B-8B86-7ABF-08EA5A39DAA9}"/>
              </a:ext>
            </a:extLst>
          </p:cNvPr>
          <p:cNvSpPr txBox="1"/>
          <p:nvPr/>
        </p:nvSpPr>
        <p:spPr>
          <a:xfrm>
            <a:off x="612354" y="4840524"/>
            <a:ext cx="184498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TODO SINCRONIZADO EN TIEMPO REAL</a:t>
            </a:r>
            <a:endParaRPr lang="en-ID" sz="1400" dirty="0">
              <a:solidFill>
                <a:schemeClr val="tx2">
                  <a:lumMod val="75000"/>
                  <a:lumOff val="25000"/>
                </a:schemeClr>
              </a:solidFill>
              <a:latin typeface="+mj-lt"/>
            </a:endParaRPr>
          </a:p>
        </p:txBody>
      </p:sp>
      <p:sp>
        <p:nvSpPr>
          <p:cNvPr id="26" name="Graphic 23">
            <a:extLst>
              <a:ext uri="{FF2B5EF4-FFF2-40B4-BE49-F238E27FC236}">
                <a16:creationId xmlns:a16="http://schemas.microsoft.com/office/drawing/2014/main" id="{00960041-5C0F-F810-5193-0CACE3354903}"/>
              </a:ext>
            </a:extLst>
          </p:cNvPr>
          <p:cNvSpPr/>
          <p:nvPr/>
        </p:nvSpPr>
        <p:spPr>
          <a:xfrm>
            <a:off x="2946591" y="4620391"/>
            <a:ext cx="156602" cy="156746"/>
          </a:xfrm>
          <a:custGeom>
            <a:avLst/>
            <a:gdLst>
              <a:gd name="connsiteX0" fmla="*/ 71754 w 156602"/>
              <a:gd name="connsiteY0" fmla="*/ 29557 h 156746"/>
              <a:gd name="connsiteX1" fmla="*/ 65263 w 156602"/>
              <a:gd name="connsiteY1" fmla="*/ 7117 h 156746"/>
              <a:gd name="connsiteX2" fmla="*/ 138687 w 156602"/>
              <a:gd name="connsiteY2" fmla="*/ 18069 h 156746"/>
              <a:gd name="connsiteX3" fmla="*/ 156554 w 156602"/>
              <a:gd name="connsiteY3" fmla="*/ 63855 h 156746"/>
              <a:gd name="connsiteX4" fmla="*/ 136195 w 156602"/>
              <a:gd name="connsiteY4" fmla="*/ 110280 h 156746"/>
              <a:gd name="connsiteX5" fmla="*/ 119085 w 156602"/>
              <a:gd name="connsiteY5" fmla="*/ 123085 h 156746"/>
              <a:gd name="connsiteX6" fmla="*/ 57318 w 156602"/>
              <a:gd name="connsiteY6" fmla="*/ 61344 h 156746"/>
              <a:gd name="connsiteX7" fmla="*/ 71754 w 156602"/>
              <a:gd name="connsiteY7" fmla="*/ 29557 h 156746"/>
              <a:gd name="connsiteX8" fmla="*/ 58708 w 156602"/>
              <a:gd name="connsiteY8" fmla="*/ 29557 h 156746"/>
              <a:gd name="connsiteX9" fmla="*/ 29354 w 156602"/>
              <a:gd name="connsiteY9" fmla="*/ 203 h 156746"/>
              <a:gd name="connsiteX10" fmla="*/ 0 w 156602"/>
              <a:gd name="connsiteY10" fmla="*/ 29557 h 156746"/>
              <a:gd name="connsiteX11" fmla="*/ 29354 w 156602"/>
              <a:gd name="connsiteY11" fmla="*/ 58910 h 156746"/>
              <a:gd name="connsiteX12" fmla="*/ 58708 w 156602"/>
              <a:gd name="connsiteY12" fmla="*/ 29557 h 156746"/>
              <a:gd name="connsiteX13" fmla="*/ 46046 w 156602"/>
              <a:gd name="connsiteY13" fmla="*/ 68519 h 156746"/>
              <a:gd name="connsiteX14" fmla="*/ 29354 w 156602"/>
              <a:gd name="connsiteY14" fmla="*/ 71957 h 156746"/>
              <a:gd name="connsiteX15" fmla="*/ 26295 w 156602"/>
              <a:gd name="connsiteY15" fmla="*/ 71800 h 156746"/>
              <a:gd name="connsiteX16" fmla="*/ 29556 w 156602"/>
              <a:gd name="connsiteY16" fmla="*/ 88408 h 156746"/>
              <a:gd name="connsiteX17" fmla="*/ 33144 w 156602"/>
              <a:gd name="connsiteY17" fmla="*/ 98049 h 156746"/>
              <a:gd name="connsiteX18" fmla="*/ 32615 w 156602"/>
              <a:gd name="connsiteY18" fmla="*/ 101819 h 156746"/>
              <a:gd name="connsiteX19" fmla="*/ 7736 w 156602"/>
              <a:gd name="connsiteY19" fmla="*/ 119197 h 156746"/>
              <a:gd name="connsiteX20" fmla="*/ 7736 w 156602"/>
              <a:gd name="connsiteY20" fmla="*/ 119288 h 156746"/>
              <a:gd name="connsiteX21" fmla="*/ 4789 w 156602"/>
              <a:gd name="connsiteY21" fmla="*/ 149013 h 156746"/>
              <a:gd name="connsiteX22" fmla="*/ 34514 w 156602"/>
              <a:gd name="connsiteY22" fmla="*/ 151960 h 156746"/>
              <a:gd name="connsiteX23" fmla="*/ 37964 w 156602"/>
              <a:gd name="connsiteY23" fmla="*/ 148375 h 156746"/>
              <a:gd name="connsiteX24" fmla="*/ 38030 w 156602"/>
              <a:gd name="connsiteY24" fmla="*/ 148414 h 156746"/>
              <a:gd name="connsiteX25" fmla="*/ 54794 w 156602"/>
              <a:gd name="connsiteY25" fmla="*/ 124141 h 156746"/>
              <a:gd name="connsiteX26" fmla="*/ 58708 w 156602"/>
              <a:gd name="connsiteY26" fmla="*/ 123365 h 156746"/>
              <a:gd name="connsiteX27" fmla="*/ 88153 w 156602"/>
              <a:gd name="connsiteY27" fmla="*/ 130619 h 156746"/>
              <a:gd name="connsiteX28" fmla="*/ 105928 w 156602"/>
              <a:gd name="connsiteY28" fmla="*/ 128401 h 1567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56602" h="156746">
                <a:moveTo>
                  <a:pt x="71754" y="29557"/>
                </a:moveTo>
                <a:cubicBezTo>
                  <a:pt x="71752" y="21614"/>
                  <a:pt x="69502" y="13834"/>
                  <a:pt x="65263" y="7117"/>
                </a:cubicBezTo>
                <a:cubicBezTo>
                  <a:pt x="89533" y="-5481"/>
                  <a:pt x="119151" y="-1064"/>
                  <a:pt x="138687" y="18069"/>
                </a:cubicBezTo>
                <a:cubicBezTo>
                  <a:pt x="150760" y="30176"/>
                  <a:pt x="157236" y="46771"/>
                  <a:pt x="156554" y="63855"/>
                </a:cubicBezTo>
                <a:cubicBezTo>
                  <a:pt x="155955" y="81364"/>
                  <a:pt x="148670" y="97978"/>
                  <a:pt x="136195" y="110280"/>
                </a:cubicBezTo>
                <a:cubicBezTo>
                  <a:pt x="131150" y="115363"/>
                  <a:pt x="125385" y="119677"/>
                  <a:pt x="119085" y="123085"/>
                </a:cubicBezTo>
                <a:lnTo>
                  <a:pt x="57318" y="61344"/>
                </a:lnTo>
                <a:cubicBezTo>
                  <a:pt x="66485" y="53322"/>
                  <a:pt x="71746" y="41737"/>
                  <a:pt x="71754" y="29557"/>
                </a:cubicBezTo>
                <a:close/>
                <a:moveTo>
                  <a:pt x="58708" y="29557"/>
                </a:moveTo>
                <a:cubicBezTo>
                  <a:pt x="58708" y="13345"/>
                  <a:pt x="45566" y="203"/>
                  <a:pt x="29354" y="203"/>
                </a:cubicBezTo>
                <a:cubicBezTo>
                  <a:pt x="13142" y="203"/>
                  <a:pt x="0" y="13345"/>
                  <a:pt x="0" y="29557"/>
                </a:cubicBezTo>
                <a:cubicBezTo>
                  <a:pt x="0" y="45768"/>
                  <a:pt x="13142" y="58910"/>
                  <a:pt x="29354" y="58910"/>
                </a:cubicBezTo>
                <a:cubicBezTo>
                  <a:pt x="45558" y="58892"/>
                  <a:pt x="58690" y="45761"/>
                  <a:pt x="58708" y="29557"/>
                </a:cubicBezTo>
                <a:close/>
                <a:moveTo>
                  <a:pt x="46046" y="68519"/>
                </a:moveTo>
                <a:cubicBezTo>
                  <a:pt x="40774" y="70789"/>
                  <a:pt x="35094" y="71959"/>
                  <a:pt x="29354" y="71957"/>
                </a:cubicBezTo>
                <a:cubicBezTo>
                  <a:pt x="28323" y="71957"/>
                  <a:pt x="27306" y="71872"/>
                  <a:pt x="26295" y="71800"/>
                </a:cubicBezTo>
                <a:cubicBezTo>
                  <a:pt x="26612" y="77459"/>
                  <a:pt x="27710" y="83048"/>
                  <a:pt x="29556" y="88408"/>
                </a:cubicBezTo>
                <a:cubicBezTo>
                  <a:pt x="30492" y="91712"/>
                  <a:pt x="31692" y="94936"/>
                  <a:pt x="33144" y="98049"/>
                </a:cubicBezTo>
                <a:cubicBezTo>
                  <a:pt x="33833" y="99282"/>
                  <a:pt x="33617" y="100823"/>
                  <a:pt x="32615" y="101819"/>
                </a:cubicBezTo>
                <a:lnTo>
                  <a:pt x="7736" y="119197"/>
                </a:lnTo>
                <a:lnTo>
                  <a:pt x="7736" y="119288"/>
                </a:lnTo>
                <a:cubicBezTo>
                  <a:pt x="-1286" y="126683"/>
                  <a:pt x="-2605" y="139991"/>
                  <a:pt x="4789" y="149013"/>
                </a:cubicBezTo>
                <a:cubicBezTo>
                  <a:pt x="12184" y="158035"/>
                  <a:pt x="25492" y="159355"/>
                  <a:pt x="34514" y="151960"/>
                </a:cubicBezTo>
                <a:cubicBezTo>
                  <a:pt x="35801" y="150905"/>
                  <a:pt x="36960" y="149701"/>
                  <a:pt x="37964" y="148375"/>
                </a:cubicBezTo>
                <a:lnTo>
                  <a:pt x="38030" y="148414"/>
                </a:lnTo>
                <a:lnTo>
                  <a:pt x="54794" y="124141"/>
                </a:lnTo>
                <a:cubicBezTo>
                  <a:pt x="55770" y="123022"/>
                  <a:pt x="57379" y="122702"/>
                  <a:pt x="58708" y="123365"/>
                </a:cubicBezTo>
                <a:cubicBezTo>
                  <a:pt x="67824" y="128044"/>
                  <a:pt x="77907" y="130527"/>
                  <a:pt x="88153" y="130619"/>
                </a:cubicBezTo>
                <a:cubicBezTo>
                  <a:pt x="94155" y="130760"/>
                  <a:pt x="100145" y="130013"/>
                  <a:pt x="105928" y="128401"/>
                </a:cubicBezTo>
                <a:close/>
              </a:path>
            </a:pathLst>
          </a:custGeom>
          <a:solidFill>
            <a:schemeClr val="accent2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27" name="Graphic 24">
            <a:extLst>
              <a:ext uri="{FF2B5EF4-FFF2-40B4-BE49-F238E27FC236}">
                <a16:creationId xmlns:a16="http://schemas.microsoft.com/office/drawing/2014/main" id="{0347DE0E-9973-2AFC-86F2-9C49C3FDA29B}"/>
              </a:ext>
            </a:extLst>
          </p:cNvPr>
          <p:cNvSpPr/>
          <p:nvPr/>
        </p:nvSpPr>
        <p:spPr>
          <a:xfrm>
            <a:off x="5589315" y="4620907"/>
            <a:ext cx="155927" cy="155927"/>
          </a:xfrm>
          <a:custGeom>
            <a:avLst/>
            <a:gdLst>
              <a:gd name="connsiteX0" fmla="*/ 85263 w 155927"/>
              <a:gd name="connsiteY0" fmla="*/ 72 h 155927"/>
              <a:gd name="connsiteX1" fmla="*/ 155863 w 155927"/>
              <a:gd name="connsiteY1" fmla="*/ 70671 h 155927"/>
              <a:gd name="connsiteX2" fmla="*/ 102758 w 155927"/>
              <a:gd name="connsiteY2" fmla="*/ 53176 h 155927"/>
              <a:gd name="connsiteX3" fmla="*/ 85263 w 155927"/>
              <a:gd name="connsiteY3" fmla="*/ 72 h 155927"/>
              <a:gd name="connsiteX4" fmla="*/ 146802 w 155927"/>
              <a:gd name="connsiteY4" fmla="*/ 84487 h 155927"/>
              <a:gd name="connsiteX5" fmla="*/ 71563 w 155927"/>
              <a:gd name="connsiteY5" fmla="*/ 9316 h 155927"/>
              <a:gd name="connsiteX6" fmla="*/ 72139 w 155927"/>
              <a:gd name="connsiteY6" fmla="*/ 0 h 155927"/>
              <a:gd name="connsiteX7" fmla="*/ 0 w 155927"/>
              <a:gd name="connsiteY7" fmla="*/ 72250 h 155927"/>
              <a:gd name="connsiteX8" fmla="*/ 83684 w 155927"/>
              <a:gd name="connsiteY8" fmla="*/ 135530 h 155927"/>
              <a:gd name="connsiteX9" fmla="*/ 83685 w 155927"/>
              <a:gd name="connsiteY9" fmla="*/ 155928 h 155927"/>
              <a:gd name="connsiteX10" fmla="*/ 155928 w 155927"/>
              <a:gd name="connsiteY10" fmla="*/ 83874 h 155927"/>
              <a:gd name="connsiteX11" fmla="*/ 146802 w 155927"/>
              <a:gd name="connsiteY11" fmla="*/ 84487 h 155927"/>
              <a:gd name="connsiteX12" fmla="*/ 53437 w 155927"/>
              <a:gd name="connsiteY12" fmla="*/ 102497 h 155927"/>
              <a:gd name="connsiteX13" fmla="*/ 85 w 155927"/>
              <a:gd name="connsiteY13" fmla="*/ 85374 h 155927"/>
              <a:gd name="connsiteX14" fmla="*/ 70534 w 155927"/>
              <a:gd name="connsiteY14" fmla="*/ 155823 h 155927"/>
              <a:gd name="connsiteX15" fmla="*/ 53437 w 155927"/>
              <a:gd name="connsiteY15" fmla="*/ 102497 h 1559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55927" h="155927">
                <a:moveTo>
                  <a:pt x="85263" y="72"/>
                </a:moveTo>
                <a:cubicBezTo>
                  <a:pt x="122731" y="3524"/>
                  <a:pt x="152410" y="33203"/>
                  <a:pt x="155863" y="70671"/>
                </a:cubicBezTo>
                <a:cubicBezTo>
                  <a:pt x="136390" y="73572"/>
                  <a:pt x="116693" y="67083"/>
                  <a:pt x="102758" y="53176"/>
                </a:cubicBezTo>
                <a:cubicBezTo>
                  <a:pt x="88848" y="39243"/>
                  <a:pt x="82358" y="19545"/>
                  <a:pt x="85263" y="72"/>
                </a:cubicBezTo>
                <a:close/>
                <a:moveTo>
                  <a:pt x="146802" y="84487"/>
                </a:moveTo>
                <a:cubicBezTo>
                  <a:pt x="105268" y="84505"/>
                  <a:pt x="71582" y="50850"/>
                  <a:pt x="71563" y="9316"/>
                </a:cubicBezTo>
                <a:cubicBezTo>
                  <a:pt x="71562" y="6202"/>
                  <a:pt x="71755" y="3090"/>
                  <a:pt x="72139" y="0"/>
                </a:cubicBezTo>
                <a:cubicBezTo>
                  <a:pt x="33461" y="2769"/>
                  <a:pt x="2710" y="33567"/>
                  <a:pt x="0" y="72250"/>
                </a:cubicBezTo>
                <a:cubicBezTo>
                  <a:pt x="40583" y="66616"/>
                  <a:pt x="78049" y="94947"/>
                  <a:pt x="83684" y="135530"/>
                </a:cubicBezTo>
                <a:cubicBezTo>
                  <a:pt x="84623" y="142297"/>
                  <a:pt x="84623" y="149161"/>
                  <a:pt x="83685" y="155928"/>
                </a:cubicBezTo>
                <a:cubicBezTo>
                  <a:pt x="122338" y="153228"/>
                  <a:pt x="153127" y="122520"/>
                  <a:pt x="155928" y="83874"/>
                </a:cubicBezTo>
                <a:cubicBezTo>
                  <a:pt x="152901" y="84263"/>
                  <a:pt x="149853" y="84467"/>
                  <a:pt x="146802" y="84487"/>
                </a:cubicBezTo>
                <a:close/>
                <a:moveTo>
                  <a:pt x="53437" y="102497"/>
                </a:moveTo>
                <a:cubicBezTo>
                  <a:pt x="39446" y="88535"/>
                  <a:pt x="19588" y="82162"/>
                  <a:pt x="85" y="85374"/>
                </a:cubicBezTo>
                <a:cubicBezTo>
                  <a:pt x="3601" y="122729"/>
                  <a:pt x="33179" y="152307"/>
                  <a:pt x="70534" y="155823"/>
                </a:cubicBezTo>
                <a:cubicBezTo>
                  <a:pt x="73750" y="136332"/>
                  <a:pt x="67387" y="116485"/>
                  <a:pt x="53437" y="102497"/>
                </a:cubicBezTo>
                <a:close/>
              </a:path>
            </a:pathLst>
          </a:custGeom>
          <a:solidFill>
            <a:schemeClr val="accent2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6438905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Placeholder 16" descr="dashboard_starter.png"/>
          <p:cNvPicPr>
            <a:picLocks noGrp="1" noChangeAspect="1"/>
          </p:cNvPicPr>
          <p:nvPr>
            <p:ph type="pic" sz="quarter" idx="11"/>
          </p:nvPr>
        </p:nvPicPr>
        <p:blipFill>
          <a:blip r:embed="rId4"/>
          <a:srcRect l="3572" r="3572"/>
          <a:stretch>
            <a:fillRect/>
          </a:stretch>
        </p:blipFill>
        <p:spPr/>
      </p:pic>
      <p:pic>
        <p:nvPicPr>
          <p:cNvPr id="4" name="Picture 3" descr="A computer with a keyboard&#10;&#10;Description automatically generated">
            <a:extLst>
              <a:ext uri="{FF2B5EF4-FFF2-40B4-BE49-F238E27FC236}">
                <a16:creationId xmlns:a16="http://schemas.microsoft.com/office/drawing/2014/main" id="{DA927B6A-4C92-8676-2A48-E09AF84A11B6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556" t="16148" r="29444" b="13630"/>
          <a:stretch>
            <a:fillRect/>
          </a:stretch>
        </p:blipFill>
        <p:spPr>
          <a:xfrm>
            <a:off x="269450" y="3113818"/>
            <a:ext cx="4307630" cy="5401632"/>
          </a:xfrm>
          <a:custGeom>
            <a:avLst/>
            <a:gdLst>
              <a:gd name="connsiteX0" fmla="*/ 0 w 3840480"/>
              <a:gd name="connsiteY0" fmla="*/ 0 h 4815840"/>
              <a:gd name="connsiteX1" fmla="*/ 3840480 w 3840480"/>
              <a:gd name="connsiteY1" fmla="*/ 0 h 4815840"/>
              <a:gd name="connsiteX2" fmla="*/ 3840480 w 3840480"/>
              <a:gd name="connsiteY2" fmla="*/ 4815840 h 4815840"/>
              <a:gd name="connsiteX3" fmla="*/ 0 w 3840480"/>
              <a:gd name="connsiteY3" fmla="*/ 4815840 h 48158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40480" h="4815840">
                <a:moveTo>
                  <a:pt x="0" y="0"/>
                </a:moveTo>
                <a:lnTo>
                  <a:pt x="3840480" y="0"/>
                </a:lnTo>
                <a:lnTo>
                  <a:pt x="3840480" y="4815840"/>
                </a:lnTo>
                <a:lnTo>
                  <a:pt x="0" y="4815840"/>
                </a:lnTo>
                <a:close/>
              </a:path>
            </a:pathLst>
          </a:cu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E2AAD75-588F-D5B3-11B0-9CDEC1D3A748}"/>
              </a:ext>
            </a:extLst>
          </p:cNvPr>
          <p:cNvSpPr txBox="1"/>
          <p:nvPr/>
        </p:nvSpPr>
        <p:spPr>
          <a:xfrm>
            <a:off x="638352" y="1305342"/>
            <a:ext cx="7012128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Un plan para cada academia</a:t>
            </a:r>
            <a:endParaRPr lang="en-ID" sz="4400" b="1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D79FF40-AE71-A7FD-1497-E1B8C4BA681F}"/>
              </a:ext>
            </a:extLst>
          </p:cNvPr>
          <p:cNvSpPr txBox="1"/>
          <p:nvPr/>
        </p:nvSpPr>
        <p:spPr>
          <a:xfrm>
            <a:off x="4665656" y="4422246"/>
            <a:ext cx="3990392" cy="7377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Empieza con lo básico y crece cuando quieras. Sin permanencia, sin letra pequeña. Starter 29€ · Club 49€ · Elite 79€</a:t>
            </a:r>
            <a:endParaRPr lang="en-ID" sz="1200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730EB87-E31B-C57B-30EA-9B05412B1707}"/>
              </a:ext>
            </a:extLst>
          </p:cNvPr>
          <p:cNvSpPr txBox="1"/>
          <p:nvPr/>
        </p:nvSpPr>
        <p:spPr>
          <a:xfrm>
            <a:off x="4665655" y="3714360"/>
            <a:ext cx="233392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chemeClr val="tx2">
                    <a:lumMod val="75000"/>
                    <a:lumOff val="25000"/>
                  </a:schemeClr>
                </a:solidFill>
                <a:latin typeface="+mj-lt"/>
              </a:rPr>
              <a:t>Desde 29€</a:t>
            </a:r>
            <a:endParaRPr lang="en-ID" sz="4000" dirty="0">
              <a:solidFill>
                <a:schemeClr val="tx2">
                  <a:lumMod val="75000"/>
                  <a:lumOff val="25000"/>
                </a:schemeClr>
              </a:solidFill>
              <a:latin typeface="+mj-lt"/>
            </a:endParaRPr>
          </a:p>
        </p:txBody>
      </p:sp>
      <p:pic>
        <p:nvPicPr>
          <p:cNvPr id="15" name="Picture Placeholder 14" descr="planes.png"/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 l="31277" r="31277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30857563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Picture Placeholder 37" descr="dashboard_elite_full.png"/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 l="3737" r="3737"/>
          <a:stretch>
            <a:fillRect/>
          </a:stretch>
        </p:blipFill>
        <p:spPr/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6ADE803-2420-27B6-D306-4FA575FDAE6C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4989611" y="391044"/>
            <a:ext cx="7729622" cy="623356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F440849-C23C-F213-075F-0CFEB65F1486}"/>
              </a:ext>
            </a:extLst>
          </p:cNvPr>
          <p:cNvSpPr txBox="1"/>
          <p:nvPr/>
        </p:nvSpPr>
        <p:spPr>
          <a:xfrm>
            <a:off x="612473" y="1245730"/>
            <a:ext cx="4777107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Así se ve por dentro</a:t>
            </a:r>
            <a:endParaRPr lang="en-ID" sz="4400" b="1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AAE623B-E03A-B486-BEF6-06341D47246B}"/>
              </a:ext>
            </a:extLst>
          </p:cNvPr>
          <p:cNvSpPr txBox="1"/>
          <p:nvPr/>
        </p:nvSpPr>
        <p:spPr>
          <a:xfrm>
            <a:off x="612473" y="5243419"/>
            <a:ext cx="3990392" cy="7377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Dashboard con KPIs reales, fichas de alumnos con control de pagos, y gestión de clases con ocupación en tiempo real.</a:t>
            </a:r>
            <a:endParaRPr lang="en-ID" sz="1200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C225071-4AE8-9D6D-637C-49CD05CEF1D6}"/>
              </a:ext>
            </a:extLst>
          </p:cNvPr>
          <p:cNvSpPr txBox="1"/>
          <p:nvPr/>
        </p:nvSpPr>
        <p:spPr>
          <a:xfrm>
            <a:off x="612472" y="4535533"/>
            <a:ext cx="233392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chemeClr val="tx2">
                    <a:lumMod val="75000"/>
                    <a:lumOff val="25000"/>
                  </a:schemeClr>
                </a:solidFill>
                <a:latin typeface="+mj-lt"/>
              </a:rPr>
              <a:t>14 días</a:t>
            </a:r>
            <a:endParaRPr lang="en-ID" sz="4000" dirty="0">
              <a:solidFill>
                <a:schemeClr val="tx2">
                  <a:lumMod val="75000"/>
                  <a:lumOff val="25000"/>
                </a:schemeClr>
              </a:solidFill>
              <a:latin typeface="+mj-lt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BF2E11-F3C9-F8C2-34F7-C118EACA4AD3}"/>
              </a:ext>
            </a:extLst>
          </p:cNvPr>
          <p:cNvGrpSpPr/>
          <p:nvPr/>
        </p:nvGrpSpPr>
        <p:grpSpPr>
          <a:xfrm>
            <a:off x="5816304" y="2859979"/>
            <a:ext cx="1336336" cy="1336336"/>
            <a:chOff x="4251368" y="1276451"/>
            <a:chExt cx="953188" cy="953188"/>
          </a:xfrm>
        </p:grpSpPr>
        <p:sp>
          <p:nvSpPr>
            <p:cNvPr id="11" name="Star: 24 Points 10">
              <a:extLst>
                <a:ext uri="{FF2B5EF4-FFF2-40B4-BE49-F238E27FC236}">
                  <a16:creationId xmlns:a16="http://schemas.microsoft.com/office/drawing/2014/main" id="{4C78B501-3B22-A6BE-ECB4-42D023A4CDA5}"/>
                </a:ext>
              </a:extLst>
            </p:cNvPr>
            <p:cNvSpPr/>
            <p:nvPr/>
          </p:nvSpPr>
          <p:spPr>
            <a:xfrm>
              <a:off x="4251368" y="1276451"/>
              <a:ext cx="953188" cy="953188"/>
            </a:xfrm>
            <a:prstGeom prst="star24">
              <a:avLst>
                <a:gd name="adj" fmla="val 45833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12" name="Graphic 9">
              <a:extLst>
                <a:ext uri="{FF2B5EF4-FFF2-40B4-BE49-F238E27FC236}">
                  <a16:creationId xmlns:a16="http://schemas.microsoft.com/office/drawing/2014/main" id="{90CEF460-928D-8A84-B9EC-B6ACC9264E2A}"/>
                </a:ext>
              </a:extLst>
            </p:cNvPr>
            <p:cNvSpPr/>
            <p:nvPr/>
          </p:nvSpPr>
          <p:spPr>
            <a:xfrm>
              <a:off x="4535485" y="1559066"/>
              <a:ext cx="386748" cy="386748"/>
            </a:xfrm>
            <a:custGeom>
              <a:avLst/>
              <a:gdLst>
                <a:gd name="connsiteX0" fmla="*/ 211479 w 386748"/>
                <a:gd name="connsiteY0" fmla="*/ 178 h 386748"/>
                <a:gd name="connsiteX1" fmla="*/ 386587 w 386748"/>
                <a:gd name="connsiteY1" fmla="*/ 175286 h 386748"/>
                <a:gd name="connsiteX2" fmla="*/ 254872 w 386748"/>
                <a:gd name="connsiteY2" fmla="*/ 131893 h 386748"/>
                <a:gd name="connsiteX3" fmla="*/ 211479 w 386748"/>
                <a:gd name="connsiteY3" fmla="*/ 178 h 386748"/>
                <a:gd name="connsiteX4" fmla="*/ 364114 w 386748"/>
                <a:gd name="connsiteY4" fmla="*/ 209554 h 386748"/>
                <a:gd name="connsiteX5" fmla="*/ 177499 w 386748"/>
                <a:gd name="connsiteY5" fmla="*/ 23107 h 386748"/>
                <a:gd name="connsiteX6" fmla="*/ 178926 w 386748"/>
                <a:gd name="connsiteY6" fmla="*/ 0 h 386748"/>
                <a:gd name="connsiteX7" fmla="*/ 0 w 386748"/>
                <a:gd name="connsiteY7" fmla="*/ 179201 h 386748"/>
                <a:gd name="connsiteX8" fmla="*/ 207562 w 386748"/>
                <a:gd name="connsiteY8" fmla="*/ 336156 h 386748"/>
                <a:gd name="connsiteX9" fmla="*/ 207564 w 386748"/>
                <a:gd name="connsiteY9" fmla="*/ 386749 h 386748"/>
                <a:gd name="connsiteX10" fmla="*/ 386749 w 386748"/>
                <a:gd name="connsiteY10" fmla="*/ 208033 h 386748"/>
                <a:gd name="connsiteX11" fmla="*/ 364114 w 386748"/>
                <a:gd name="connsiteY11" fmla="*/ 209554 h 386748"/>
                <a:gd name="connsiteX12" fmla="*/ 132540 w 386748"/>
                <a:gd name="connsiteY12" fmla="*/ 254225 h 386748"/>
                <a:gd name="connsiteX13" fmla="*/ 210 w 386748"/>
                <a:gd name="connsiteY13" fmla="*/ 211754 h 386748"/>
                <a:gd name="connsiteX14" fmla="*/ 174946 w 386748"/>
                <a:gd name="connsiteY14" fmla="*/ 386490 h 386748"/>
                <a:gd name="connsiteX15" fmla="*/ 132540 w 386748"/>
                <a:gd name="connsiteY15" fmla="*/ 254225 h 3867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386748" h="386748">
                  <a:moveTo>
                    <a:pt x="211479" y="178"/>
                  </a:moveTo>
                  <a:cubicBezTo>
                    <a:pt x="304411" y="8741"/>
                    <a:pt x="378023" y="82354"/>
                    <a:pt x="386587" y="175286"/>
                  </a:cubicBezTo>
                  <a:cubicBezTo>
                    <a:pt x="338289" y="182481"/>
                    <a:pt x="289435" y="166386"/>
                    <a:pt x="254872" y="131893"/>
                  </a:cubicBezTo>
                  <a:cubicBezTo>
                    <a:pt x="220369" y="97334"/>
                    <a:pt x="204274" y="48477"/>
                    <a:pt x="211479" y="178"/>
                  </a:cubicBezTo>
                  <a:close/>
                  <a:moveTo>
                    <a:pt x="364114" y="209554"/>
                  </a:moveTo>
                  <a:cubicBezTo>
                    <a:pt x="261096" y="209599"/>
                    <a:pt x="177546" y="126125"/>
                    <a:pt x="177499" y="23107"/>
                  </a:cubicBezTo>
                  <a:cubicBezTo>
                    <a:pt x="177496" y="15382"/>
                    <a:pt x="177973" y="7665"/>
                    <a:pt x="178926" y="0"/>
                  </a:cubicBezTo>
                  <a:cubicBezTo>
                    <a:pt x="82993" y="6869"/>
                    <a:pt x="6722" y="83257"/>
                    <a:pt x="0" y="179201"/>
                  </a:cubicBezTo>
                  <a:cubicBezTo>
                    <a:pt x="100659" y="165227"/>
                    <a:pt x="193586" y="235499"/>
                    <a:pt x="207562" y="336156"/>
                  </a:cubicBezTo>
                  <a:cubicBezTo>
                    <a:pt x="209892" y="352941"/>
                    <a:pt x="209892" y="369964"/>
                    <a:pt x="207564" y="386749"/>
                  </a:cubicBezTo>
                  <a:cubicBezTo>
                    <a:pt x="303437" y="380052"/>
                    <a:pt x="379801" y="303888"/>
                    <a:pt x="386749" y="208033"/>
                  </a:cubicBezTo>
                  <a:cubicBezTo>
                    <a:pt x="379242" y="208997"/>
                    <a:pt x="371683" y="209505"/>
                    <a:pt x="364114" y="209554"/>
                  </a:cubicBezTo>
                  <a:close/>
                  <a:moveTo>
                    <a:pt x="132540" y="254225"/>
                  </a:moveTo>
                  <a:cubicBezTo>
                    <a:pt x="97838" y="219593"/>
                    <a:pt x="48585" y="203786"/>
                    <a:pt x="210" y="211754"/>
                  </a:cubicBezTo>
                  <a:cubicBezTo>
                    <a:pt x="8932" y="304406"/>
                    <a:pt x="82295" y="377768"/>
                    <a:pt x="174946" y="386490"/>
                  </a:cubicBezTo>
                  <a:cubicBezTo>
                    <a:pt x="182923" y="338146"/>
                    <a:pt x="167140" y="288918"/>
                    <a:pt x="132540" y="254225"/>
                  </a:cubicBezTo>
                  <a:close/>
                </a:path>
              </a:pathLst>
            </a:custGeom>
            <a:solidFill>
              <a:schemeClr val="bg2"/>
            </a:solidFill>
            <a:ln w="158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/>
            </a:p>
          </p:txBody>
        </p:sp>
      </p:grpSp>
      <p:pic>
        <p:nvPicPr>
          <p:cNvPr id="34" name="Picture Placeholder 33" descr="alumnos.png"/>
          <p:cNvPicPr>
            <a:picLocks noGrp="1" noChangeAspect="1"/>
          </p:cNvPicPr>
          <p:nvPr>
            <p:ph type="pic" sz="quarter" idx="11"/>
          </p:nvPr>
        </p:nvPicPr>
        <p:blipFill>
          <a:blip r:embed="rId4"/>
          <a:srcRect t="12307" b="12307"/>
          <a:stretch>
            <a:fillRect/>
          </a:stretch>
        </p:blipFill>
        <p:spPr/>
      </p:pic>
      <p:pic>
        <p:nvPicPr>
          <p:cNvPr id="36" name="Picture Placeholder 35" descr="clases.png"/>
          <p:cNvPicPr>
            <a:picLocks noGrp="1" noChangeAspect="1"/>
          </p:cNvPicPr>
          <p:nvPr>
            <p:ph type="pic" sz="quarter" idx="12"/>
          </p:nvPr>
        </p:nvPicPr>
        <p:blipFill>
          <a:blip r:embed="rId5"/>
          <a:srcRect t="12307" b="12307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3766092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Picture Placeholder 41" descr="planes.png"/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t="36643" b="36643"/>
          <a:stretch>
            <a:fillRect/>
          </a:stretch>
        </p:blipFill>
        <p:spPr/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7D05C90-DC2E-CBE3-B44C-8FFE6D293800}"/>
              </a:ext>
            </a:extLst>
          </p:cNvPr>
          <p:cNvSpPr/>
          <p:nvPr/>
        </p:nvSpPr>
        <p:spPr>
          <a:xfrm>
            <a:off x="1122745" y="3223549"/>
            <a:ext cx="5196775" cy="3119378"/>
          </a:xfrm>
          <a:prstGeom prst="roundRect">
            <a:avLst>
              <a:gd name="adj" fmla="val 2972"/>
            </a:avLst>
          </a:prstGeom>
          <a:solidFill>
            <a:schemeClr val="tx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A6AD2DD-8DAD-6FF0-67D9-51ADD639593F}"/>
              </a:ext>
            </a:extLst>
          </p:cNvPr>
          <p:cNvSpPr txBox="1"/>
          <p:nvPr/>
        </p:nvSpPr>
        <p:spPr>
          <a:xfrm>
            <a:off x="1623695" y="3982758"/>
            <a:ext cx="4472306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2"/>
                </a:solidFill>
                <a:latin typeface="+mj-lt"/>
              </a:rPr>
              <a:t>¿Lo probamos juntos?</a:t>
            </a:r>
            <a:endParaRPr lang="en-ID" sz="4400" b="1" dirty="0">
              <a:solidFill>
                <a:schemeClr val="bg2"/>
              </a:solidFill>
              <a:latin typeface="+mj-lt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2E3433DE-63AF-DCEE-DD09-B79E6D682236}"/>
              </a:ext>
            </a:extLst>
          </p:cNvPr>
          <p:cNvGrpSpPr/>
          <p:nvPr/>
        </p:nvGrpSpPr>
        <p:grpSpPr>
          <a:xfrm>
            <a:off x="1623695" y="2746955"/>
            <a:ext cx="953188" cy="953188"/>
            <a:chOff x="4251368" y="1276451"/>
            <a:chExt cx="953188" cy="953188"/>
          </a:xfrm>
        </p:grpSpPr>
        <p:sp>
          <p:nvSpPr>
            <p:cNvPr id="9" name="Star: 24 Points 8">
              <a:extLst>
                <a:ext uri="{FF2B5EF4-FFF2-40B4-BE49-F238E27FC236}">
                  <a16:creationId xmlns:a16="http://schemas.microsoft.com/office/drawing/2014/main" id="{342A941B-F36E-DADC-3647-E0AD941A73A5}"/>
                </a:ext>
              </a:extLst>
            </p:cNvPr>
            <p:cNvSpPr/>
            <p:nvPr/>
          </p:nvSpPr>
          <p:spPr>
            <a:xfrm>
              <a:off x="4251368" y="1276451"/>
              <a:ext cx="953188" cy="953188"/>
            </a:xfrm>
            <a:prstGeom prst="star24">
              <a:avLst>
                <a:gd name="adj" fmla="val 45833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10" name="Graphic 9">
              <a:extLst>
                <a:ext uri="{FF2B5EF4-FFF2-40B4-BE49-F238E27FC236}">
                  <a16:creationId xmlns:a16="http://schemas.microsoft.com/office/drawing/2014/main" id="{ED280AD6-F0AF-84D1-E235-4681E121E26B}"/>
                </a:ext>
              </a:extLst>
            </p:cNvPr>
            <p:cNvSpPr/>
            <p:nvPr/>
          </p:nvSpPr>
          <p:spPr>
            <a:xfrm>
              <a:off x="4535485" y="1559066"/>
              <a:ext cx="386748" cy="386748"/>
            </a:xfrm>
            <a:custGeom>
              <a:avLst/>
              <a:gdLst>
                <a:gd name="connsiteX0" fmla="*/ 211479 w 386748"/>
                <a:gd name="connsiteY0" fmla="*/ 178 h 386748"/>
                <a:gd name="connsiteX1" fmla="*/ 386587 w 386748"/>
                <a:gd name="connsiteY1" fmla="*/ 175286 h 386748"/>
                <a:gd name="connsiteX2" fmla="*/ 254872 w 386748"/>
                <a:gd name="connsiteY2" fmla="*/ 131893 h 386748"/>
                <a:gd name="connsiteX3" fmla="*/ 211479 w 386748"/>
                <a:gd name="connsiteY3" fmla="*/ 178 h 386748"/>
                <a:gd name="connsiteX4" fmla="*/ 364114 w 386748"/>
                <a:gd name="connsiteY4" fmla="*/ 209554 h 386748"/>
                <a:gd name="connsiteX5" fmla="*/ 177499 w 386748"/>
                <a:gd name="connsiteY5" fmla="*/ 23107 h 386748"/>
                <a:gd name="connsiteX6" fmla="*/ 178926 w 386748"/>
                <a:gd name="connsiteY6" fmla="*/ 0 h 386748"/>
                <a:gd name="connsiteX7" fmla="*/ 0 w 386748"/>
                <a:gd name="connsiteY7" fmla="*/ 179201 h 386748"/>
                <a:gd name="connsiteX8" fmla="*/ 207562 w 386748"/>
                <a:gd name="connsiteY8" fmla="*/ 336156 h 386748"/>
                <a:gd name="connsiteX9" fmla="*/ 207564 w 386748"/>
                <a:gd name="connsiteY9" fmla="*/ 386749 h 386748"/>
                <a:gd name="connsiteX10" fmla="*/ 386749 w 386748"/>
                <a:gd name="connsiteY10" fmla="*/ 208033 h 386748"/>
                <a:gd name="connsiteX11" fmla="*/ 364114 w 386748"/>
                <a:gd name="connsiteY11" fmla="*/ 209554 h 386748"/>
                <a:gd name="connsiteX12" fmla="*/ 132540 w 386748"/>
                <a:gd name="connsiteY12" fmla="*/ 254225 h 386748"/>
                <a:gd name="connsiteX13" fmla="*/ 210 w 386748"/>
                <a:gd name="connsiteY13" fmla="*/ 211754 h 386748"/>
                <a:gd name="connsiteX14" fmla="*/ 174946 w 386748"/>
                <a:gd name="connsiteY14" fmla="*/ 386490 h 386748"/>
                <a:gd name="connsiteX15" fmla="*/ 132540 w 386748"/>
                <a:gd name="connsiteY15" fmla="*/ 254225 h 3867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386748" h="386748">
                  <a:moveTo>
                    <a:pt x="211479" y="178"/>
                  </a:moveTo>
                  <a:cubicBezTo>
                    <a:pt x="304411" y="8741"/>
                    <a:pt x="378023" y="82354"/>
                    <a:pt x="386587" y="175286"/>
                  </a:cubicBezTo>
                  <a:cubicBezTo>
                    <a:pt x="338289" y="182481"/>
                    <a:pt x="289435" y="166386"/>
                    <a:pt x="254872" y="131893"/>
                  </a:cubicBezTo>
                  <a:cubicBezTo>
                    <a:pt x="220369" y="97334"/>
                    <a:pt x="204274" y="48477"/>
                    <a:pt x="211479" y="178"/>
                  </a:cubicBezTo>
                  <a:close/>
                  <a:moveTo>
                    <a:pt x="364114" y="209554"/>
                  </a:moveTo>
                  <a:cubicBezTo>
                    <a:pt x="261096" y="209599"/>
                    <a:pt x="177546" y="126125"/>
                    <a:pt x="177499" y="23107"/>
                  </a:cubicBezTo>
                  <a:cubicBezTo>
                    <a:pt x="177496" y="15382"/>
                    <a:pt x="177973" y="7665"/>
                    <a:pt x="178926" y="0"/>
                  </a:cubicBezTo>
                  <a:cubicBezTo>
                    <a:pt x="82993" y="6869"/>
                    <a:pt x="6722" y="83257"/>
                    <a:pt x="0" y="179201"/>
                  </a:cubicBezTo>
                  <a:cubicBezTo>
                    <a:pt x="100659" y="165227"/>
                    <a:pt x="193586" y="235499"/>
                    <a:pt x="207562" y="336156"/>
                  </a:cubicBezTo>
                  <a:cubicBezTo>
                    <a:pt x="209892" y="352941"/>
                    <a:pt x="209892" y="369964"/>
                    <a:pt x="207564" y="386749"/>
                  </a:cubicBezTo>
                  <a:cubicBezTo>
                    <a:pt x="303437" y="380052"/>
                    <a:pt x="379801" y="303888"/>
                    <a:pt x="386749" y="208033"/>
                  </a:cubicBezTo>
                  <a:cubicBezTo>
                    <a:pt x="379242" y="208997"/>
                    <a:pt x="371683" y="209505"/>
                    <a:pt x="364114" y="209554"/>
                  </a:cubicBezTo>
                  <a:close/>
                  <a:moveTo>
                    <a:pt x="132540" y="254225"/>
                  </a:moveTo>
                  <a:cubicBezTo>
                    <a:pt x="97838" y="219593"/>
                    <a:pt x="48585" y="203786"/>
                    <a:pt x="210" y="211754"/>
                  </a:cubicBezTo>
                  <a:cubicBezTo>
                    <a:pt x="8932" y="304406"/>
                    <a:pt x="82295" y="377768"/>
                    <a:pt x="174946" y="386490"/>
                  </a:cubicBezTo>
                  <a:cubicBezTo>
                    <a:pt x="182923" y="338146"/>
                    <a:pt x="167140" y="288918"/>
                    <a:pt x="132540" y="254225"/>
                  </a:cubicBezTo>
                  <a:close/>
                </a:path>
              </a:pathLst>
            </a:custGeom>
            <a:solidFill>
              <a:schemeClr val="bg2"/>
            </a:solidFill>
            <a:ln w="158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/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6A7E38E2-5AAB-DE8C-1AA1-6F21639F2A9A}"/>
              </a:ext>
            </a:extLst>
          </p:cNvPr>
          <p:cNvSpPr txBox="1"/>
          <p:nvPr/>
        </p:nvSpPr>
        <p:spPr>
          <a:xfrm>
            <a:off x="1623695" y="5466925"/>
            <a:ext cx="3990392" cy="2957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chemeClr val="bg2"/>
                </a:solidFill>
              </a:rPr>
              <a:t>Agenda una demo de 15 min con los datos de tu club.</a:t>
            </a:r>
            <a:endParaRPr lang="en-ID" sz="1200" dirty="0">
              <a:solidFill>
                <a:schemeClr val="bg2"/>
              </a:solidFill>
              <a:latin typeface="+mj-lt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4B962BF-8E6B-9C50-D6BD-F710D1EA03A7}"/>
              </a:ext>
            </a:extLst>
          </p:cNvPr>
          <p:cNvSpPr txBox="1"/>
          <p:nvPr/>
        </p:nvSpPr>
        <p:spPr>
          <a:xfrm>
            <a:off x="6820470" y="4360285"/>
            <a:ext cx="2760043" cy="291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info@academiapadel.com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BF0C920-26F6-4DB3-55C9-550CB8195BB0}"/>
              </a:ext>
            </a:extLst>
          </p:cNvPr>
          <p:cNvSpPr txBox="1"/>
          <p:nvPr/>
        </p:nvSpPr>
        <p:spPr>
          <a:xfrm>
            <a:off x="6820470" y="5147750"/>
            <a:ext cx="2760043" cy="291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+34 912 345 678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185D4EB-1AA1-9163-D660-336716CC4032}"/>
              </a:ext>
            </a:extLst>
          </p:cNvPr>
          <p:cNvSpPr txBox="1"/>
          <p:nvPr/>
        </p:nvSpPr>
        <p:spPr>
          <a:xfrm>
            <a:off x="6820470" y="5937157"/>
            <a:ext cx="2760043" cy="291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app.academiapadel.com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FAD6954-C3F2-EBD1-D753-5920E9D8EE5E}"/>
              </a:ext>
            </a:extLst>
          </p:cNvPr>
          <p:cNvSpPr txBox="1"/>
          <p:nvPr/>
        </p:nvSpPr>
        <p:spPr>
          <a:xfrm>
            <a:off x="9473833" y="5489598"/>
            <a:ext cx="184498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14 DÍAS GRATIS · SIN TARJETA · SIN COMPROMISO</a:t>
            </a:r>
            <a:endParaRPr lang="en-ID" sz="1400" dirty="0">
              <a:solidFill>
                <a:schemeClr val="tx2">
                  <a:lumMod val="75000"/>
                  <a:lumOff val="25000"/>
                </a:schemeClr>
              </a:solidFill>
              <a:latin typeface="+mj-lt"/>
            </a:endParaRPr>
          </a:p>
        </p:txBody>
      </p:sp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AE0B6EB2-BD5C-1BE0-914F-324D58DAD444}"/>
              </a:ext>
            </a:extLst>
          </p:cNvPr>
          <p:cNvSpPr/>
          <p:nvPr/>
        </p:nvSpPr>
        <p:spPr>
          <a:xfrm>
            <a:off x="6898389" y="4133390"/>
            <a:ext cx="217602" cy="199468"/>
          </a:xfrm>
          <a:custGeom>
            <a:avLst/>
            <a:gdLst>
              <a:gd name="connsiteX0" fmla="*/ 417 w 217602"/>
              <a:gd name="connsiteY0" fmla="*/ 41181 h 199468"/>
              <a:gd name="connsiteX1" fmla="*/ 76741 w 217602"/>
              <a:gd name="connsiteY1" fmla="*/ 117505 h 199468"/>
              <a:gd name="connsiteX2" fmla="*/ 140861 w 217602"/>
              <a:gd name="connsiteY2" fmla="*/ 117505 h 199468"/>
              <a:gd name="connsiteX3" fmla="*/ 217185 w 217602"/>
              <a:gd name="connsiteY3" fmla="*/ 41181 h 199468"/>
              <a:gd name="connsiteX4" fmla="*/ 217602 w 217602"/>
              <a:gd name="connsiteY4" fmla="*/ 45334 h 199468"/>
              <a:gd name="connsiteX5" fmla="*/ 217602 w 217602"/>
              <a:gd name="connsiteY5" fmla="*/ 154135 h 199468"/>
              <a:gd name="connsiteX6" fmla="*/ 172268 w 217602"/>
              <a:gd name="connsiteY6" fmla="*/ 199468 h 199468"/>
              <a:gd name="connsiteX7" fmla="*/ 45334 w 217602"/>
              <a:gd name="connsiteY7" fmla="*/ 199468 h 199468"/>
              <a:gd name="connsiteX8" fmla="*/ 0 w 217602"/>
              <a:gd name="connsiteY8" fmla="*/ 154135 h 199468"/>
              <a:gd name="connsiteX9" fmla="*/ 0 w 217602"/>
              <a:gd name="connsiteY9" fmla="*/ 45334 h 199468"/>
              <a:gd name="connsiteX10" fmla="*/ 417 w 217602"/>
              <a:gd name="connsiteY10" fmla="*/ 41181 h 199468"/>
              <a:gd name="connsiteX11" fmla="*/ 45333 w 217602"/>
              <a:gd name="connsiteY11" fmla="*/ 0 h 199468"/>
              <a:gd name="connsiteX12" fmla="*/ 172268 w 217602"/>
              <a:gd name="connsiteY12" fmla="*/ 0 h 199468"/>
              <a:gd name="connsiteX13" fmla="*/ 210856 w 217602"/>
              <a:gd name="connsiteY13" fmla="*/ 21860 h 199468"/>
              <a:gd name="connsiteX14" fmla="*/ 128040 w 217602"/>
              <a:gd name="connsiteY14" fmla="*/ 104685 h 199468"/>
              <a:gd name="connsiteX15" fmla="*/ 89561 w 217602"/>
              <a:gd name="connsiteY15" fmla="*/ 104685 h 199468"/>
              <a:gd name="connsiteX16" fmla="*/ 6745 w 217602"/>
              <a:gd name="connsiteY16" fmla="*/ 21860 h 199468"/>
              <a:gd name="connsiteX17" fmla="*/ 45333 w 217602"/>
              <a:gd name="connsiteY17" fmla="*/ 0 h 1994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217602" h="199468">
                <a:moveTo>
                  <a:pt x="417" y="41181"/>
                </a:moveTo>
                <a:lnTo>
                  <a:pt x="76741" y="117505"/>
                </a:lnTo>
                <a:cubicBezTo>
                  <a:pt x="94460" y="135180"/>
                  <a:pt x="123142" y="135180"/>
                  <a:pt x="140861" y="117505"/>
                </a:cubicBezTo>
                <a:lnTo>
                  <a:pt x="217185" y="41181"/>
                </a:lnTo>
                <a:cubicBezTo>
                  <a:pt x="217312" y="42614"/>
                  <a:pt x="217602" y="43910"/>
                  <a:pt x="217602" y="45334"/>
                </a:cubicBezTo>
                <a:lnTo>
                  <a:pt x="217602" y="154135"/>
                </a:lnTo>
                <a:cubicBezTo>
                  <a:pt x="217572" y="179160"/>
                  <a:pt x="197293" y="199438"/>
                  <a:pt x="172268" y="199468"/>
                </a:cubicBezTo>
                <a:lnTo>
                  <a:pt x="45334" y="199468"/>
                </a:lnTo>
                <a:cubicBezTo>
                  <a:pt x="20309" y="199438"/>
                  <a:pt x="30" y="179160"/>
                  <a:pt x="0" y="154135"/>
                </a:cubicBezTo>
                <a:lnTo>
                  <a:pt x="0" y="45334"/>
                </a:lnTo>
                <a:cubicBezTo>
                  <a:pt x="0" y="43910"/>
                  <a:pt x="290" y="42614"/>
                  <a:pt x="417" y="41181"/>
                </a:cubicBezTo>
                <a:close/>
                <a:moveTo>
                  <a:pt x="45333" y="0"/>
                </a:moveTo>
                <a:lnTo>
                  <a:pt x="172268" y="0"/>
                </a:lnTo>
                <a:cubicBezTo>
                  <a:pt x="188066" y="43"/>
                  <a:pt x="202697" y="8331"/>
                  <a:pt x="210856" y="21860"/>
                </a:cubicBezTo>
                <a:lnTo>
                  <a:pt x="128040" y="104685"/>
                </a:lnTo>
                <a:cubicBezTo>
                  <a:pt x="117402" y="115280"/>
                  <a:pt x="100199" y="115280"/>
                  <a:pt x="89561" y="104685"/>
                </a:cubicBezTo>
                <a:lnTo>
                  <a:pt x="6745" y="21860"/>
                </a:lnTo>
                <a:cubicBezTo>
                  <a:pt x="14904" y="8331"/>
                  <a:pt x="29534" y="43"/>
                  <a:pt x="45333" y="0"/>
                </a:cubicBezTo>
                <a:close/>
              </a:path>
            </a:pathLst>
          </a:custGeom>
          <a:solidFill>
            <a:schemeClr val="accent1"/>
          </a:solidFill>
          <a:ln w="8731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36" name="Graphic 32">
            <a:extLst>
              <a:ext uri="{FF2B5EF4-FFF2-40B4-BE49-F238E27FC236}">
                <a16:creationId xmlns:a16="http://schemas.microsoft.com/office/drawing/2014/main" id="{5A534BF5-A4B4-B321-134A-07B231454D33}"/>
              </a:ext>
            </a:extLst>
          </p:cNvPr>
          <p:cNvSpPr/>
          <p:nvPr/>
        </p:nvSpPr>
        <p:spPr>
          <a:xfrm>
            <a:off x="6898705" y="4930132"/>
            <a:ext cx="217285" cy="217649"/>
          </a:xfrm>
          <a:custGeom>
            <a:avLst/>
            <a:gdLst>
              <a:gd name="connsiteX0" fmla="*/ 208219 w 217285"/>
              <a:gd name="connsiteY0" fmla="*/ 99750 h 217649"/>
              <a:gd name="connsiteX1" fmla="*/ 199152 w 217285"/>
              <a:gd name="connsiteY1" fmla="*/ 90683 h 217649"/>
              <a:gd name="connsiteX2" fmla="*/ 126618 w 217285"/>
              <a:gd name="connsiteY2" fmla="*/ 18149 h 217649"/>
              <a:gd name="connsiteX3" fmla="*/ 117552 w 217285"/>
              <a:gd name="connsiteY3" fmla="*/ 9083 h 217649"/>
              <a:gd name="connsiteX4" fmla="*/ 126618 w 217285"/>
              <a:gd name="connsiteY4" fmla="*/ 16 h 217649"/>
              <a:gd name="connsiteX5" fmla="*/ 217286 w 217285"/>
              <a:gd name="connsiteY5" fmla="*/ 90683 h 217649"/>
              <a:gd name="connsiteX6" fmla="*/ 208219 w 217285"/>
              <a:gd name="connsiteY6" fmla="*/ 99750 h 217649"/>
              <a:gd name="connsiteX7" fmla="*/ 181019 w 217285"/>
              <a:gd name="connsiteY7" fmla="*/ 90683 h 217649"/>
              <a:gd name="connsiteX8" fmla="*/ 126618 w 217285"/>
              <a:gd name="connsiteY8" fmla="*/ 36283 h 217649"/>
              <a:gd name="connsiteX9" fmla="*/ 117552 w 217285"/>
              <a:gd name="connsiteY9" fmla="*/ 45350 h 217649"/>
              <a:gd name="connsiteX10" fmla="*/ 126618 w 217285"/>
              <a:gd name="connsiteY10" fmla="*/ 54416 h 217649"/>
              <a:gd name="connsiteX11" fmla="*/ 162885 w 217285"/>
              <a:gd name="connsiteY11" fmla="*/ 90683 h 217649"/>
              <a:gd name="connsiteX12" fmla="*/ 171952 w 217285"/>
              <a:gd name="connsiteY12" fmla="*/ 99750 h 217649"/>
              <a:gd name="connsiteX13" fmla="*/ 181019 w 217285"/>
              <a:gd name="connsiteY13" fmla="*/ 90683 h 217649"/>
              <a:gd name="connsiteX14" fmla="*/ 200812 w 217285"/>
              <a:gd name="connsiteY14" fmla="*/ 200971 h 217649"/>
              <a:gd name="connsiteX15" fmla="*/ 209062 w 217285"/>
              <a:gd name="connsiteY15" fmla="*/ 191460 h 217649"/>
              <a:gd name="connsiteX16" fmla="*/ 209062 w 217285"/>
              <a:gd name="connsiteY16" fmla="*/ 151775 h 217649"/>
              <a:gd name="connsiteX17" fmla="*/ 186967 w 217285"/>
              <a:gd name="connsiteY17" fmla="*/ 134712 h 217649"/>
              <a:gd name="connsiteX18" fmla="*/ 148152 w 217285"/>
              <a:gd name="connsiteY18" fmla="*/ 134766 h 217649"/>
              <a:gd name="connsiteX19" fmla="*/ 130871 w 217285"/>
              <a:gd name="connsiteY19" fmla="*/ 149327 h 217649"/>
              <a:gd name="connsiteX20" fmla="*/ 68020 w 217285"/>
              <a:gd name="connsiteY20" fmla="*/ 86368 h 217649"/>
              <a:gd name="connsiteX21" fmla="*/ 82527 w 217285"/>
              <a:gd name="connsiteY21" fmla="*/ 69141 h 217649"/>
              <a:gd name="connsiteX22" fmla="*/ 82590 w 217285"/>
              <a:gd name="connsiteY22" fmla="*/ 30317 h 217649"/>
              <a:gd name="connsiteX23" fmla="*/ 65509 w 217285"/>
              <a:gd name="connsiteY23" fmla="*/ 8249 h 217649"/>
              <a:gd name="connsiteX24" fmla="*/ 26286 w 217285"/>
              <a:gd name="connsiteY24" fmla="*/ 7831 h 217649"/>
              <a:gd name="connsiteX25" fmla="*/ 15859 w 217285"/>
              <a:gd name="connsiteY25" fmla="*/ 16898 h 217649"/>
              <a:gd name="connsiteX26" fmla="*/ 160728 w 217285"/>
              <a:gd name="connsiteY26" fmla="*/ 217618 h 217649"/>
              <a:gd name="connsiteX27" fmla="*/ 200812 w 217285"/>
              <a:gd name="connsiteY27" fmla="*/ 200971 h 2176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217285" h="217649">
                <a:moveTo>
                  <a:pt x="208219" y="99750"/>
                </a:moveTo>
                <a:cubicBezTo>
                  <a:pt x="203212" y="99750"/>
                  <a:pt x="199152" y="95691"/>
                  <a:pt x="199152" y="90683"/>
                </a:cubicBezTo>
                <a:cubicBezTo>
                  <a:pt x="199113" y="50641"/>
                  <a:pt x="166662" y="18189"/>
                  <a:pt x="126618" y="18149"/>
                </a:cubicBezTo>
                <a:cubicBezTo>
                  <a:pt x="121611" y="18149"/>
                  <a:pt x="117552" y="14090"/>
                  <a:pt x="117552" y="9083"/>
                </a:cubicBezTo>
                <a:cubicBezTo>
                  <a:pt x="117552" y="4075"/>
                  <a:pt x="121611" y="16"/>
                  <a:pt x="126618" y="16"/>
                </a:cubicBezTo>
                <a:cubicBezTo>
                  <a:pt x="176670" y="71"/>
                  <a:pt x="217231" y="40632"/>
                  <a:pt x="217286" y="90683"/>
                </a:cubicBezTo>
                <a:cubicBezTo>
                  <a:pt x="217286" y="95691"/>
                  <a:pt x="213227" y="99750"/>
                  <a:pt x="208219" y="99750"/>
                </a:cubicBezTo>
                <a:close/>
                <a:moveTo>
                  <a:pt x="181019" y="90683"/>
                </a:moveTo>
                <a:cubicBezTo>
                  <a:pt x="181019" y="60639"/>
                  <a:pt x="156663" y="36283"/>
                  <a:pt x="126618" y="36283"/>
                </a:cubicBezTo>
                <a:cubicBezTo>
                  <a:pt x="121611" y="36283"/>
                  <a:pt x="117552" y="40342"/>
                  <a:pt x="117552" y="45350"/>
                </a:cubicBezTo>
                <a:cubicBezTo>
                  <a:pt x="117552" y="50357"/>
                  <a:pt x="121611" y="54416"/>
                  <a:pt x="126618" y="54416"/>
                </a:cubicBezTo>
                <a:cubicBezTo>
                  <a:pt x="146648" y="54416"/>
                  <a:pt x="162885" y="70654"/>
                  <a:pt x="162885" y="90683"/>
                </a:cubicBezTo>
                <a:cubicBezTo>
                  <a:pt x="162885" y="95691"/>
                  <a:pt x="166945" y="99750"/>
                  <a:pt x="171952" y="99750"/>
                </a:cubicBezTo>
                <a:cubicBezTo>
                  <a:pt x="176960" y="99750"/>
                  <a:pt x="181019" y="95691"/>
                  <a:pt x="181019" y="90683"/>
                </a:cubicBezTo>
                <a:close/>
                <a:moveTo>
                  <a:pt x="200812" y="200971"/>
                </a:moveTo>
                <a:lnTo>
                  <a:pt x="209062" y="191460"/>
                </a:lnTo>
                <a:cubicBezTo>
                  <a:pt x="219996" y="180491"/>
                  <a:pt x="219996" y="162744"/>
                  <a:pt x="209062" y="151775"/>
                </a:cubicBezTo>
                <a:cubicBezTo>
                  <a:pt x="208781" y="151494"/>
                  <a:pt x="186967" y="134712"/>
                  <a:pt x="186967" y="134712"/>
                </a:cubicBezTo>
                <a:cubicBezTo>
                  <a:pt x="176091" y="124359"/>
                  <a:pt x="158999" y="124383"/>
                  <a:pt x="148152" y="134766"/>
                </a:cubicBezTo>
                <a:lnTo>
                  <a:pt x="130871" y="149327"/>
                </a:lnTo>
                <a:cubicBezTo>
                  <a:pt x="102380" y="137536"/>
                  <a:pt x="79762" y="114879"/>
                  <a:pt x="68020" y="86368"/>
                </a:cubicBezTo>
                <a:lnTo>
                  <a:pt x="82527" y="69141"/>
                </a:lnTo>
                <a:cubicBezTo>
                  <a:pt x="92918" y="58295"/>
                  <a:pt x="92946" y="41196"/>
                  <a:pt x="82590" y="30317"/>
                </a:cubicBezTo>
                <a:cubicBezTo>
                  <a:pt x="82590" y="30317"/>
                  <a:pt x="65790" y="8530"/>
                  <a:pt x="65509" y="8249"/>
                </a:cubicBezTo>
                <a:cubicBezTo>
                  <a:pt x="54745" y="-2585"/>
                  <a:pt x="37277" y="-2771"/>
                  <a:pt x="26286" y="7831"/>
                </a:cubicBezTo>
                <a:lnTo>
                  <a:pt x="15859" y="16898"/>
                </a:lnTo>
                <a:cubicBezTo>
                  <a:pt x="-45740" y="88362"/>
                  <a:pt x="86906" y="219984"/>
                  <a:pt x="160728" y="217618"/>
                </a:cubicBezTo>
                <a:cubicBezTo>
                  <a:pt x="175787" y="217705"/>
                  <a:pt x="190243" y="211702"/>
                  <a:pt x="200812" y="200971"/>
                </a:cubicBezTo>
                <a:close/>
              </a:path>
            </a:pathLst>
          </a:custGeom>
          <a:solidFill>
            <a:schemeClr val="accent1"/>
          </a:solidFill>
          <a:ln w="8731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  <p:sp>
        <p:nvSpPr>
          <p:cNvPr id="35" name="Graphic 33">
            <a:extLst>
              <a:ext uri="{FF2B5EF4-FFF2-40B4-BE49-F238E27FC236}">
                <a16:creationId xmlns:a16="http://schemas.microsoft.com/office/drawing/2014/main" id="{7F873BE0-B871-C0F8-C5F5-6AD52D018090}"/>
              </a:ext>
            </a:extLst>
          </p:cNvPr>
          <p:cNvSpPr/>
          <p:nvPr/>
        </p:nvSpPr>
        <p:spPr>
          <a:xfrm>
            <a:off x="6898389" y="5750129"/>
            <a:ext cx="217621" cy="217611"/>
          </a:xfrm>
          <a:custGeom>
            <a:avLst/>
            <a:gdLst>
              <a:gd name="connsiteX0" fmla="*/ 212289 w 217621"/>
              <a:gd name="connsiteY0" fmla="*/ 145884 h 217611"/>
              <a:gd name="connsiteX1" fmla="*/ 133644 w 217621"/>
              <a:gd name="connsiteY1" fmla="*/ 110125 h 217611"/>
              <a:gd name="connsiteX2" fmla="*/ 132828 w 217621"/>
              <a:gd name="connsiteY2" fmla="*/ 109798 h 217611"/>
              <a:gd name="connsiteX3" fmla="*/ 114132 w 217621"/>
              <a:gd name="connsiteY3" fmla="*/ 114141 h 217611"/>
              <a:gd name="connsiteX4" fmla="*/ 110125 w 217621"/>
              <a:gd name="connsiteY4" fmla="*/ 133644 h 217611"/>
              <a:gd name="connsiteX5" fmla="*/ 145884 w 217621"/>
              <a:gd name="connsiteY5" fmla="*/ 212298 h 217611"/>
              <a:gd name="connsiteX6" fmla="*/ 153972 w 217621"/>
              <a:gd name="connsiteY6" fmla="*/ 217611 h 217611"/>
              <a:gd name="connsiteX7" fmla="*/ 154144 w 217621"/>
              <a:gd name="connsiteY7" fmla="*/ 217611 h 217611"/>
              <a:gd name="connsiteX8" fmla="*/ 162259 w 217621"/>
              <a:gd name="connsiteY8" fmla="*/ 212597 h 217611"/>
              <a:gd name="connsiteX9" fmla="*/ 179041 w 217621"/>
              <a:gd name="connsiteY9" fmla="*/ 179032 h 217611"/>
              <a:gd name="connsiteX10" fmla="*/ 212606 w 217621"/>
              <a:gd name="connsiteY10" fmla="*/ 162250 h 217611"/>
              <a:gd name="connsiteX11" fmla="*/ 217620 w 217621"/>
              <a:gd name="connsiteY11" fmla="*/ 153972 h 217611"/>
              <a:gd name="connsiteX12" fmla="*/ 212307 w 217621"/>
              <a:gd name="connsiteY12" fmla="*/ 145884 h 217611"/>
              <a:gd name="connsiteX13" fmla="*/ 117070 w 217621"/>
              <a:gd name="connsiteY13" fmla="*/ 199097 h 217611"/>
              <a:gd name="connsiteX14" fmla="*/ 112355 w 217621"/>
              <a:gd name="connsiteY14" fmla="*/ 199396 h 217611"/>
              <a:gd name="connsiteX15" fmla="*/ 79497 w 217621"/>
              <a:gd name="connsiteY15" fmla="*/ 154135 h 217611"/>
              <a:gd name="connsiteX16" fmla="*/ 86134 w 217621"/>
              <a:gd name="connsiteY16" fmla="*/ 154135 h 217611"/>
              <a:gd name="connsiteX17" fmla="*/ 95201 w 217621"/>
              <a:gd name="connsiteY17" fmla="*/ 145068 h 217611"/>
              <a:gd name="connsiteX18" fmla="*/ 86134 w 217621"/>
              <a:gd name="connsiteY18" fmla="*/ 136001 h 217611"/>
              <a:gd name="connsiteX19" fmla="*/ 72262 w 217621"/>
              <a:gd name="connsiteY19" fmla="*/ 136001 h 217611"/>
              <a:gd name="connsiteX20" fmla="*/ 68001 w 217621"/>
              <a:gd name="connsiteY20" fmla="*/ 108801 h 217611"/>
              <a:gd name="connsiteX21" fmla="*/ 72280 w 217621"/>
              <a:gd name="connsiteY21" fmla="*/ 81601 h 217611"/>
              <a:gd name="connsiteX22" fmla="*/ 145331 w 217621"/>
              <a:gd name="connsiteY22" fmla="*/ 81601 h 217611"/>
              <a:gd name="connsiteX23" fmla="*/ 148006 w 217621"/>
              <a:gd name="connsiteY23" fmla="*/ 92363 h 217611"/>
              <a:gd name="connsiteX24" fmla="*/ 158605 w 217621"/>
              <a:gd name="connsiteY24" fmla="*/ 99571 h 217611"/>
              <a:gd name="connsiteX25" fmla="*/ 165813 w 217621"/>
              <a:gd name="connsiteY25" fmla="*/ 88972 h 217611"/>
              <a:gd name="connsiteX26" fmla="*/ 164154 w 217621"/>
              <a:gd name="connsiteY26" fmla="*/ 81601 h 217611"/>
              <a:gd name="connsiteX27" fmla="*/ 194917 w 217621"/>
              <a:gd name="connsiteY27" fmla="*/ 81601 h 217611"/>
              <a:gd name="connsiteX28" fmla="*/ 195280 w 217621"/>
              <a:gd name="connsiteY28" fmla="*/ 81601 h 217611"/>
              <a:gd name="connsiteX29" fmla="*/ 199450 w 217621"/>
              <a:gd name="connsiteY29" fmla="*/ 108810 h 217611"/>
              <a:gd name="connsiteX30" fmla="*/ 199079 w 217621"/>
              <a:gd name="connsiteY30" fmla="*/ 117061 h 217611"/>
              <a:gd name="connsiteX31" fmla="*/ 207293 w 217621"/>
              <a:gd name="connsiteY31" fmla="*/ 126907 h 217611"/>
              <a:gd name="connsiteX32" fmla="*/ 217140 w 217621"/>
              <a:gd name="connsiteY32" fmla="*/ 118693 h 217611"/>
              <a:gd name="connsiteX33" fmla="*/ 217584 w 217621"/>
              <a:gd name="connsiteY33" fmla="*/ 108810 h 217611"/>
              <a:gd name="connsiteX34" fmla="*/ 108801 w 217621"/>
              <a:gd name="connsiteY34" fmla="*/ 0 h 217611"/>
              <a:gd name="connsiteX35" fmla="*/ 0 w 217621"/>
              <a:gd name="connsiteY35" fmla="*/ 108801 h 217611"/>
              <a:gd name="connsiteX36" fmla="*/ 108792 w 217621"/>
              <a:gd name="connsiteY36" fmla="*/ 217602 h 217611"/>
              <a:gd name="connsiteX37" fmla="*/ 108792 w 217621"/>
              <a:gd name="connsiteY37" fmla="*/ 217602 h 217611"/>
              <a:gd name="connsiteX38" fmla="*/ 118657 w 217621"/>
              <a:gd name="connsiteY38" fmla="*/ 217158 h 217611"/>
              <a:gd name="connsiteX39" fmla="*/ 126889 w 217621"/>
              <a:gd name="connsiteY39" fmla="*/ 207320 h 217611"/>
              <a:gd name="connsiteX40" fmla="*/ 117061 w 217621"/>
              <a:gd name="connsiteY40" fmla="*/ 199097 h 217611"/>
              <a:gd name="connsiteX41" fmla="*/ 53421 w 217621"/>
              <a:gd name="connsiteY41" fmla="*/ 136001 h 217611"/>
              <a:gd name="connsiteX42" fmla="*/ 22667 w 217621"/>
              <a:gd name="connsiteY42" fmla="*/ 136001 h 217611"/>
              <a:gd name="connsiteX43" fmla="*/ 22304 w 217621"/>
              <a:gd name="connsiteY43" fmla="*/ 136001 h 217611"/>
              <a:gd name="connsiteX44" fmla="*/ 18134 w 217621"/>
              <a:gd name="connsiteY44" fmla="*/ 108792 h 217611"/>
              <a:gd name="connsiteX45" fmla="*/ 22304 w 217621"/>
              <a:gd name="connsiteY45" fmla="*/ 81583 h 217611"/>
              <a:gd name="connsiteX46" fmla="*/ 22667 w 217621"/>
              <a:gd name="connsiteY46" fmla="*/ 81583 h 217611"/>
              <a:gd name="connsiteX47" fmla="*/ 53421 w 217621"/>
              <a:gd name="connsiteY47" fmla="*/ 81583 h 217611"/>
              <a:gd name="connsiteX48" fmla="*/ 49867 w 217621"/>
              <a:gd name="connsiteY48" fmla="*/ 108783 h 217611"/>
              <a:gd name="connsiteX49" fmla="*/ 53421 w 217621"/>
              <a:gd name="connsiteY49" fmla="*/ 135983 h 217611"/>
              <a:gd name="connsiteX50" fmla="*/ 79543 w 217621"/>
              <a:gd name="connsiteY50" fmla="*/ 63467 h 217611"/>
              <a:gd name="connsiteX51" fmla="*/ 108819 w 217621"/>
              <a:gd name="connsiteY51" fmla="*/ 21869 h 217611"/>
              <a:gd name="connsiteX52" fmla="*/ 138105 w 217621"/>
              <a:gd name="connsiteY52" fmla="*/ 63467 h 217611"/>
              <a:gd name="connsiteX53" fmla="*/ 79543 w 217621"/>
              <a:gd name="connsiteY53" fmla="*/ 63467 h 217611"/>
              <a:gd name="connsiteX54" fmla="*/ 187301 w 217621"/>
              <a:gd name="connsiteY54" fmla="*/ 63467 h 217611"/>
              <a:gd name="connsiteX55" fmla="*/ 158033 w 217621"/>
              <a:gd name="connsiteY55" fmla="*/ 63467 h 217611"/>
              <a:gd name="connsiteX56" fmla="*/ 132356 w 217621"/>
              <a:gd name="connsiteY56" fmla="*/ 21243 h 217611"/>
              <a:gd name="connsiteX57" fmla="*/ 187301 w 217621"/>
              <a:gd name="connsiteY57" fmla="*/ 63467 h 217611"/>
              <a:gd name="connsiteX58" fmla="*/ 85227 w 217621"/>
              <a:gd name="connsiteY58" fmla="*/ 21252 h 217611"/>
              <a:gd name="connsiteX59" fmla="*/ 59550 w 217621"/>
              <a:gd name="connsiteY59" fmla="*/ 63467 h 217611"/>
              <a:gd name="connsiteX60" fmla="*/ 30301 w 217621"/>
              <a:gd name="connsiteY60" fmla="*/ 63467 h 217611"/>
              <a:gd name="connsiteX61" fmla="*/ 85227 w 217621"/>
              <a:gd name="connsiteY61" fmla="*/ 21252 h 217611"/>
              <a:gd name="connsiteX62" fmla="*/ 30301 w 217621"/>
              <a:gd name="connsiteY62" fmla="*/ 154135 h 217611"/>
              <a:gd name="connsiteX63" fmla="*/ 59550 w 217621"/>
              <a:gd name="connsiteY63" fmla="*/ 154135 h 217611"/>
              <a:gd name="connsiteX64" fmla="*/ 85227 w 217621"/>
              <a:gd name="connsiteY64" fmla="*/ 196350 h 217611"/>
              <a:gd name="connsiteX65" fmla="*/ 30301 w 217621"/>
              <a:gd name="connsiteY65" fmla="*/ 154135 h 2176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</a:cxnLst>
            <a:rect l="l" t="t" r="r" b="b"/>
            <a:pathLst>
              <a:path w="217621" h="217611">
                <a:moveTo>
                  <a:pt x="212289" y="145884"/>
                </a:moveTo>
                <a:lnTo>
                  <a:pt x="133644" y="110125"/>
                </a:lnTo>
                <a:cubicBezTo>
                  <a:pt x="133372" y="109998"/>
                  <a:pt x="133100" y="109898"/>
                  <a:pt x="132828" y="109798"/>
                </a:cubicBezTo>
                <a:cubicBezTo>
                  <a:pt x="126227" y="107550"/>
                  <a:pt x="119065" y="109209"/>
                  <a:pt x="114132" y="114141"/>
                </a:cubicBezTo>
                <a:cubicBezTo>
                  <a:pt x="109200" y="119074"/>
                  <a:pt x="107541" y="126236"/>
                  <a:pt x="110125" y="133644"/>
                </a:cubicBezTo>
                <a:lnTo>
                  <a:pt x="145884" y="212298"/>
                </a:lnTo>
                <a:cubicBezTo>
                  <a:pt x="147326" y="215480"/>
                  <a:pt x="150472" y="217548"/>
                  <a:pt x="153972" y="217611"/>
                </a:cubicBezTo>
                <a:lnTo>
                  <a:pt x="154144" y="217611"/>
                </a:lnTo>
                <a:cubicBezTo>
                  <a:pt x="157571" y="217611"/>
                  <a:pt x="160717" y="215671"/>
                  <a:pt x="162259" y="212597"/>
                </a:cubicBezTo>
                <a:lnTo>
                  <a:pt x="179041" y="179032"/>
                </a:lnTo>
                <a:lnTo>
                  <a:pt x="212606" y="162250"/>
                </a:lnTo>
                <a:cubicBezTo>
                  <a:pt x="215734" y="160681"/>
                  <a:pt x="217684" y="157471"/>
                  <a:pt x="217620" y="153972"/>
                </a:cubicBezTo>
                <a:cubicBezTo>
                  <a:pt x="217557" y="150481"/>
                  <a:pt x="215489" y="147335"/>
                  <a:pt x="212307" y="145884"/>
                </a:cubicBezTo>
                <a:close/>
                <a:moveTo>
                  <a:pt x="117070" y="199097"/>
                </a:moveTo>
                <a:cubicBezTo>
                  <a:pt x="115510" y="199233"/>
                  <a:pt x="113942" y="199333"/>
                  <a:pt x="112355" y="199396"/>
                </a:cubicBezTo>
                <a:cubicBezTo>
                  <a:pt x="106299" y="193403"/>
                  <a:pt x="90504" y="176566"/>
                  <a:pt x="79497" y="154135"/>
                </a:cubicBezTo>
                <a:lnTo>
                  <a:pt x="86134" y="154135"/>
                </a:lnTo>
                <a:cubicBezTo>
                  <a:pt x="91139" y="154135"/>
                  <a:pt x="95201" y="150082"/>
                  <a:pt x="95201" y="145068"/>
                </a:cubicBezTo>
                <a:cubicBezTo>
                  <a:pt x="95201" y="140054"/>
                  <a:pt x="91139" y="136001"/>
                  <a:pt x="86134" y="136001"/>
                </a:cubicBezTo>
                <a:lnTo>
                  <a:pt x="72262" y="136001"/>
                </a:lnTo>
                <a:cubicBezTo>
                  <a:pt x="69624" y="127370"/>
                  <a:pt x="68001" y="118230"/>
                  <a:pt x="68001" y="108801"/>
                </a:cubicBezTo>
                <a:cubicBezTo>
                  <a:pt x="68001" y="99372"/>
                  <a:pt x="69633" y="90241"/>
                  <a:pt x="72280" y="81601"/>
                </a:cubicBezTo>
                <a:lnTo>
                  <a:pt x="145331" y="81601"/>
                </a:lnTo>
                <a:cubicBezTo>
                  <a:pt x="146401" y="85110"/>
                  <a:pt x="147307" y="88700"/>
                  <a:pt x="148006" y="92363"/>
                </a:cubicBezTo>
                <a:cubicBezTo>
                  <a:pt x="148949" y="97286"/>
                  <a:pt x="153709" y="100532"/>
                  <a:pt x="158605" y="99571"/>
                </a:cubicBezTo>
                <a:cubicBezTo>
                  <a:pt x="163519" y="98637"/>
                  <a:pt x="166747" y="93886"/>
                  <a:pt x="165813" y="88972"/>
                </a:cubicBezTo>
                <a:cubicBezTo>
                  <a:pt x="165341" y="86479"/>
                  <a:pt x="164779" y="84022"/>
                  <a:pt x="164154" y="81601"/>
                </a:cubicBezTo>
                <a:lnTo>
                  <a:pt x="194917" y="81601"/>
                </a:lnTo>
                <a:cubicBezTo>
                  <a:pt x="195035" y="81601"/>
                  <a:pt x="195162" y="81601"/>
                  <a:pt x="195280" y="81601"/>
                </a:cubicBezTo>
                <a:cubicBezTo>
                  <a:pt x="197991" y="90196"/>
                  <a:pt x="199450" y="99335"/>
                  <a:pt x="199450" y="108810"/>
                </a:cubicBezTo>
                <a:cubicBezTo>
                  <a:pt x="199450" y="111594"/>
                  <a:pt x="199323" y="114341"/>
                  <a:pt x="199079" y="117061"/>
                </a:cubicBezTo>
                <a:cubicBezTo>
                  <a:pt x="198634" y="122048"/>
                  <a:pt x="202306" y="126454"/>
                  <a:pt x="207293" y="126907"/>
                </a:cubicBezTo>
                <a:cubicBezTo>
                  <a:pt x="212298" y="127397"/>
                  <a:pt x="216695" y="123680"/>
                  <a:pt x="217140" y="118693"/>
                </a:cubicBezTo>
                <a:cubicBezTo>
                  <a:pt x="217430" y="115438"/>
                  <a:pt x="217584" y="112138"/>
                  <a:pt x="217584" y="108810"/>
                </a:cubicBezTo>
                <a:cubicBezTo>
                  <a:pt x="217602" y="48806"/>
                  <a:pt x="168796" y="0"/>
                  <a:pt x="108801" y="0"/>
                </a:cubicBezTo>
                <a:cubicBezTo>
                  <a:pt x="48806" y="0"/>
                  <a:pt x="0" y="48806"/>
                  <a:pt x="0" y="108801"/>
                </a:cubicBezTo>
                <a:cubicBezTo>
                  <a:pt x="0" y="168796"/>
                  <a:pt x="48806" y="217602"/>
                  <a:pt x="108792" y="217602"/>
                </a:cubicBezTo>
                <a:lnTo>
                  <a:pt x="108792" y="217602"/>
                </a:lnTo>
                <a:cubicBezTo>
                  <a:pt x="112119" y="217602"/>
                  <a:pt x="115411" y="217448"/>
                  <a:pt x="118657" y="217158"/>
                </a:cubicBezTo>
                <a:cubicBezTo>
                  <a:pt x="123643" y="216713"/>
                  <a:pt x="127333" y="212316"/>
                  <a:pt x="126889" y="207320"/>
                </a:cubicBezTo>
                <a:cubicBezTo>
                  <a:pt x="126445" y="202343"/>
                  <a:pt x="122057" y="198662"/>
                  <a:pt x="117061" y="199097"/>
                </a:cubicBezTo>
                <a:close/>
                <a:moveTo>
                  <a:pt x="53421" y="136001"/>
                </a:moveTo>
                <a:lnTo>
                  <a:pt x="22667" y="136001"/>
                </a:lnTo>
                <a:cubicBezTo>
                  <a:pt x="22549" y="136001"/>
                  <a:pt x="22431" y="136001"/>
                  <a:pt x="22304" y="136001"/>
                </a:cubicBezTo>
                <a:cubicBezTo>
                  <a:pt x="19593" y="127406"/>
                  <a:pt x="18134" y="118267"/>
                  <a:pt x="18134" y="108792"/>
                </a:cubicBezTo>
                <a:cubicBezTo>
                  <a:pt x="18134" y="99317"/>
                  <a:pt x="19593" y="90178"/>
                  <a:pt x="22304" y="81583"/>
                </a:cubicBezTo>
                <a:cubicBezTo>
                  <a:pt x="22422" y="81583"/>
                  <a:pt x="22540" y="81583"/>
                  <a:pt x="22667" y="81583"/>
                </a:cubicBezTo>
                <a:lnTo>
                  <a:pt x="53421" y="81583"/>
                </a:lnTo>
                <a:cubicBezTo>
                  <a:pt x="51200" y="90241"/>
                  <a:pt x="49867" y="99344"/>
                  <a:pt x="49867" y="108783"/>
                </a:cubicBezTo>
                <a:cubicBezTo>
                  <a:pt x="49867" y="118221"/>
                  <a:pt x="51191" y="127324"/>
                  <a:pt x="53421" y="135983"/>
                </a:cubicBezTo>
                <a:close/>
                <a:moveTo>
                  <a:pt x="79543" y="63467"/>
                </a:moveTo>
                <a:cubicBezTo>
                  <a:pt x="88800" y="44636"/>
                  <a:pt x="101439" y="29703"/>
                  <a:pt x="108819" y="21869"/>
                </a:cubicBezTo>
                <a:cubicBezTo>
                  <a:pt x="116209" y="29694"/>
                  <a:pt x="128848" y="44599"/>
                  <a:pt x="138105" y="63467"/>
                </a:cubicBezTo>
                <a:lnTo>
                  <a:pt x="79543" y="63467"/>
                </a:lnTo>
                <a:close/>
                <a:moveTo>
                  <a:pt x="187301" y="63467"/>
                </a:moveTo>
                <a:lnTo>
                  <a:pt x="158033" y="63467"/>
                </a:lnTo>
                <a:cubicBezTo>
                  <a:pt x="150862" y="46367"/>
                  <a:pt x="140915" y="31842"/>
                  <a:pt x="132356" y="21243"/>
                </a:cubicBezTo>
                <a:cubicBezTo>
                  <a:pt x="155740" y="27545"/>
                  <a:pt x="175414" y="42976"/>
                  <a:pt x="187301" y="63467"/>
                </a:cubicBezTo>
                <a:close/>
                <a:moveTo>
                  <a:pt x="85227" y="21252"/>
                </a:moveTo>
                <a:cubicBezTo>
                  <a:pt x="76668" y="31851"/>
                  <a:pt x="66713" y="46376"/>
                  <a:pt x="59550" y="63467"/>
                </a:cubicBezTo>
                <a:lnTo>
                  <a:pt x="30301" y="63467"/>
                </a:lnTo>
                <a:cubicBezTo>
                  <a:pt x="42179" y="42976"/>
                  <a:pt x="61844" y="27545"/>
                  <a:pt x="85227" y="21252"/>
                </a:cubicBezTo>
                <a:close/>
                <a:moveTo>
                  <a:pt x="30301" y="154135"/>
                </a:moveTo>
                <a:lnTo>
                  <a:pt x="59550" y="154135"/>
                </a:lnTo>
                <a:cubicBezTo>
                  <a:pt x="66713" y="171235"/>
                  <a:pt x="76668" y="185751"/>
                  <a:pt x="85227" y="196350"/>
                </a:cubicBezTo>
                <a:cubicBezTo>
                  <a:pt x="61853" y="190048"/>
                  <a:pt x="42188" y="174617"/>
                  <a:pt x="30301" y="154135"/>
                </a:cubicBezTo>
                <a:close/>
              </a:path>
            </a:pathLst>
          </a:custGeom>
          <a:solidFill>
            <a:schemeClr val="accent1"/>
          </a:solidFill>
          <a:ln w="8731" cap="flat">
            <a:noFill/>
            <a:prstDash val="solid"/>
            <a:miter/>
          </a:ln>
        </p:spPr>
        <p:txBody>
          <a:bodyPr rtlCol="0" anchor="ctr"/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03840733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Placeholder 13" descr="dashboard_elite_full.png"/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t="5000" b="5000"/>
          <a:stretch>
            <a:fillRect/>
          </a:stretch>
        </p:blipFill>
        <p:spPr/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F9F64008-9372-F474-AF75-5FA6C6D29F1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tx1"/>
              </a:gs>
              <a:gs pos="100000">
                <a:schemeClr val="tx1">
                  <a:alpha val="3000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>
              <a:solidFill>
                <a:schemeClr val="tx2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5F3A99A-EF48-34AC-2499-E7D8AE1E51B2}"/>
              </a:ext>
            </a:extLst>
          </p:cNvPr>
          <p:cNvSpPr txBox="1"/>
          <p:nvPr/>
        </p:nvSpPr>
        <p:spPr>
          <a:xfrm>
            <a:off x="730471" y="2925921"/>
            <a:ext cx="8840249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800" dirty="0">
                <a:solidFill>
                  <a:schemeClr val="accent2"/>
                </a:solidFill>
                <a:latin typeface="Archivo Black" panose="020B0A03020202020B04" pitchFamily="34" charset="0"/>
              </a:rPr>
              <a:t>GRACIAS.</a:t>
            </a:r>
            <a:r>
              <a:rPr lang="en-US" sz="8800" dirty="0">
                <a:solidFill>
                  <a:schemeClr val="bg2"/>
                </a:solidFill>
                <a:latin typeface="Archivo Black" panose="020B0A03020202020B04" pitchFamily="34" charset="0"/>
              </a:rPr>
              <a:t/>
            </a:r>
            <a:r>
              <a:rPr lang="en-US" sz="8800" dirty="0">
                <a:solidFill>
                  <a:schemeClr val="bg2"/>
                </a:solidFill>
              </a:rPr>
              <a:t/>
            </a:r>
            <a:endParaRPr lang="en-ID" sz="8800" dirty="0">
              <a:solidFill>
                <a:schemeClr val="bg2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8D40E73-CB32-7896-43FB-7697160BF011}"/>
              </a:ext>
            </a:extLst>
          </p:cNvPr>
          <p:cNvSpPr txBox="1"/>
          <p:nvPr/>
        </p:nvSpPr>
        <p:spPr>
          <a:xfrm>
            <a:off x="730471" y="4233971"/>
            <a:ext cx="331574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2"/>
                </a:solidFill>
              </a:rPr>
              <a:t>TU ACADEMIA MERECE MÁS QUE UN EXCEL</a:t>
            </a:r>
            <a:endParaRPr lang="en-ID" sz="1400" dirty="0">
              <a:solidFill>
                <a:schemeClr val="bg2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EE96A16-71B1-3CD6-AB89-553BC13FF8F9}"/>
              </a:ext>
            </a:extLst>
          </p:cNvPr>
          <p:cNvSpPr txBox="1"/>
          <p:nvPr/>
        </p:nvSpPr>
        <p:spPr>
          <a:xfrm>
            <a:off x="9743407" y="665736"/>
            <a:ext cx="184498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>
                <a:solidFill>
                  <a:schemeClr val="bg2"/>
                </a:solidFill>
              </a:rPr>
              <a:t>APP.ACADEMIAPADEL.COM</a:t>
            </a:r>
            <a:endParaRPr lang="en-ID" sz="1400" dirty="0">
              <a:solidFill>
                <a:schemeClr val="bg2"/>
              </a:solidFill>
              <a:latin typeface="+mj-lt"/>
            </a:endParaRPr>
          </a:p>
        </p:txBody>
      </p:sp>
      <p:sp>
        <p:nvSpPr>
          <p:cNvPr id="10" name="Star: 24 Points 9">
            <a:extLst>
              <a:ext uri="{FF2B5EF4-FFF2-40B4-BE49-F238E27FC236}">
                <a16:creationId xmlns:a16="http://schemas.microsoft.com/office/drawing/2014/main" id="{FAAA4D1C-21FB-04B2-4844-8F5D83526C83}"/>
              </a:ext>
            </a:extLst>
          </p:cNvPr>
          <p:cNvSpPr/>
          <p:nvPr/>
        </p:nvSpPr>
        <p:spPr>
          <a:xfrm>
            <a:off x="8076608" y="1834234"/>
            <a:ext cx="953188" cy="953188"/>
          </a:xfrm>
          <a:prstGeom prst="star24">
            <a:avLst>
              <a:gd name="adj" fmla="val 45833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" name="Graphic 10">
            <a:extLst>
              <a:ext uri="{FF2B5EF4-FFF2-40B4-BE49-F238E27FC236}">
                <a16:creationId xmlns:a16="http://schemas.microsoft.com/office/drawing/2014/main" id="{36EF110E-F4CE-078C-2A68-C3652B5973F4}"/>
              </a:ext>
            </a:extLst>
          </p:cNvPr>
          <p:cNvSpPr/>
          <p:nvPr/>
        </p:nvSpPr>
        <p:spPr>
          <a:xfrm>
            <a:off x="8360725" y="2116849"/>
            <a:ext cx="386748" cy="386748"/>
          </a:xfrm>
          <a:custGeom>
            <a:avLst/>
            <a:gdLst>
              <a:gd name="connsiteX0" fmla="*/ 211479 w 386748"/>
              <a:gd name="connsiteY0" fmla="*/ 178 h 386748"/>
              <a:gd name="connsiteX1" fmla="*/ 386587 w 386748"/>
              <a:gd name="connsiteY1" fmla="*/ 175286 h 386748"/>
              <a:gd name="connsiteX2" fmla="*/ 254872 w 386748"/>
              <a:gd name="connsiteY2" fmla="*/ 131893 h 386748"/>
              <a:gd name="connsiteX3" fmla="*/ 211479 w 386748"/>
              <a:gd name="connsiteY3" fmla="*/ 178 h 386748"/>
              <a:gd name="connsiteX4" fmla="*/ 364114 w 386748"/>
              <a:gd name="connsiteY4" fmla="*/ 209554 h 386748"/>
              <a:gd name="connsiteX5" fmla="*/ 177499 w 386748"/>
              <a:gd name="connsiteY5" fmla="*/ 23107 h 386748"/>
              <a:gd name="connsiteX6" fmla="*/ 178926 w 386748"/>
              <a:gd name="connsiteY6" fmla="*/ 0 h 386748"/>
              <a:gd name="connsiteX7" fmla="*/ 0 w 386748"/>
              <a:gd name="connsiteY7" fmla="*/ 179201 h 386748"/>
              <a:gd name="connsiteX8" fmla="*/ 207562 w 386748"/>
              <a:gd name="connsiteY8" fmla="*/ 336156 h 386748"/>
              <a:gd name="connsiteX9" fmla="*/ 207564 w 386748"/>
              <a:gd name="connsiteY9" fmla="*/ 386749 h 386748"/>
              <a:gd name="connsiteX10" fmla="*/ 386749 w 386748"/>
              <a:gd name="connsiteY10" fmla="*/ 208033 h 386748"/>
              <a:gd name="connsiteX11" fmla="*/ 364114 w 386748"/>
              <a:gd name="connsiteY11" fmla="*/ 209554 h 386748"/>
              <a:gd name="connsiteX12" fmla="*/ 132540 w 386748"/>
              <a:gd name="connsiteY12" fmla="*/ 254225 h 386748"/>
              <a:gd name="connsiteX13" fmla="*/ 210 w 386748"/>
              <a:gd name="connsiteY13" fmla="*/ 211754 h 386748"/>
              <a:gd name="connsiteX14" fmla="*/ 174946 w 386748"/>
              <a:gd name="connsiteY14" fmla="*/ 386490 h 386748"/>
              <a:gd name="connsiteX15" fmla="*/ 132540 w 386748"/>
              <a:gd name="connsiteY15" fmla="*/ 254225 h 3867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386748" h="386748">
                <a:moveTo>
                  <a:pt x="211479" y="178"/>
                </a:moveTo>
                <a:cubicBezTo>
                  <a:pt x="304411" y="8741"/>
                  <a:pt x="378023" y="82354"/>
                  <a:pt x="386587" y="175286"/>
                </a:cubicBezTo>
                <a:cubicBezTo>
                  <a:pt x="338289" y="182481"/>
                  <a:pt x="289435" y="166386"/>
                  <a:pt x="254872" y="131893"/>
                </a:cubicBezTo>
                <a:cubicBezTo>
                  <a:pt x="220369" y="97334"/>
                  <a:pt x="204274" y="48477"/>
                  <a:pt x="211479" y="178"/>
                </a:cubicBezTo>
                <a:close/>
                <a:moveTo>
                  <a:pt x="364114" y="209554"/>
                </a:moveTo>
                <a:cubicBezTo>
                  <a:pt x="261096" y="209599"/>
                  <a:pt x="177546" y="126125"/>
                  <a:pt x="177499" y="23107"/>
                </a:cubicBezTo>
                <a:cubicBezTo>
                  <a:pt x="177496" y="15382"/>
                  <a:pt x="177973" y="7665"/>
                  <a:pt x="178926" y="0"/>
                </a:cubicBezTo>
                <a:cubicBezTo>
                  <a:pt x="82993" y="6869"/>
                  <a:pt x="6722" y="83257"/>
                  <a:pt x="0" y="179201"/>
                </a:cubicBezTo>
                <a:cubicBezTo>
                  <a:pt x="100659" y="165227"/>
                  <a:pt x="193586" y="235499"/>
                  <a:pt x="207562" y="336156"/>
                </a:cubicBezTo>
                <a:cubicBezTo>
                  <a:pt x="209892" y="352941"/>
                  <a:pt x="209892" y="369964"/>
                  <a:pt x="207564" y="386749"/>
                </a:cubicBezTo>
                <a:cubicBezTo>
                  <a:pt x="303437" y="380052"/>
                  <a:pt x="379801" y="303888"/>
                  <a:pt x="386749" y="208033"/>
                </a:cubicBezTo>
                <a:cubicBezTo>
                  <a:pt x="379242" y="208997"/>
                  <a:pt x="371683" y="209505"/>
                  <a:pt x="364114" y="209554"/>
                </a:cubicBezTo>
                <a:close/>
                <a:moveTo>
                  <a:pt x="132540" y="254225"/>
                </a:moveTo>
                <a:cubicBezTo>
                  <a:pt x="97838" y="219593"/>
                  <a:pt x="48585" y="203786"/>
                  <a:pt x="210" y="211754"/>
                </a:cubicBezTo>
                <a:cubicBezTo>
                  <a:pt x="8932" y="304406"/>
                  <a:pt x="82295" y="377768"/>
                  <a:pt x="174946" y="386490"/>
                </a:cubicBezTo>
                <a:cubicBezTo>
                  <a:pt x="182923" y="338146"/>
                  <a:pt x="167140" y="288918"/>
                  <a:pt x="132540" y="254225"/>
                </a:cubicBezTo>
                <a:close/>
              </a:path>
            </a:pathLst>
          </a:custGeom>
          <a:solidFill>
            <a:schemeClr val="tx2"/>
          </a:solidFill>
          <a:ln w="1587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5248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Advertising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240CF2"/>
      </a:accent1>
      <a:accent2>
        <a:srgbClr val="C6F806"/>
      </a:accent2>
      <a:accent3>
        <a:srgbClr val="FFD62C"/>
      </a:accent3>
      <a:accent4>
        <a:srgbClr val="FF3B3B"/>
      </a:accent4>
      <a:accent5>
        <a:srgbClr val="EE46D3"/>
      </a:accent5>
      <a:accent6>
        <a:srgbClr val="4EA72E"/>
      </a:accent6>
      <a:hlink>
        <a:srgbClr val="467886"/>
      </a:hlink>
      <a:folHlink>
        <a:srgbClr val="96607D"/>
      </a:folHlink>
    </a:clrScheme>
    <a:fontScheme name="Custom 16">
      <a:majorFont>
        <a:latin typeface="Figtree SemiBold"/>
        <a:ea typeface=""/>
        <a:cs typeface=""/>
      </a:majorFont>
      <a:minorFont>
        <a:latin typeface="Plus Jakarta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602</TotalTime>
  <Words>834</Words>
  <Application>Microsoft Macintosh PowerPoint</Application>
  <PresentationFormat>Widescreen</PresentationFormat>
  <Paragraphs>94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Archivo Black</vt:lpstr>
      <vt:lpstr>Arial</vt:lpstr>
      <vt:lpstr>Figtree SemiBold</vt:lpstr>
      <vt:lpstr>Plus Jakarta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Slidesignus4 4 AG</dc:creator>
  <cp:lastModifiedBy>bachrivector@gmail.com</cp:lastModifiedBy>
  <cp:revision>15</cp:revision>
  <dcterms:created xsi:type="dcterms:W3CDTF">2025-07-03T08:49:59Z</dcterms:created>
  <dcterms:modified xsi:type="dcterms:W3CDTF">2025-07-05T07:53:39Z</dcterms:modified>
</cp:coreProperties>
</file>